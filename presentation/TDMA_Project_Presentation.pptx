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" r:id="rId3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1" Type="http://schemas.openxmlformats.org/officeDocument/2006/relationships/notesSlide" Target="../notesSlides/notesSlide3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27.xml"/><Relationship Id="rId29" Type="http://schemas.openxmlformats.org/officeDocument/2006/relationships/tags" Target="../tags/tag53.xml"/><Relationship Id="rId28" Type="http://schemas.openxmlformats.org/officeDocument/2006/relationships/tags" Target="../tags/tag52.xml"/><Relationship Id="rId27" Type="http://schemas.openxmlformats.org/officeDocument/2006/relationships/tags" Target="../tags/tag51.xml"/><Relationship Id="rId26" Type="http://schemas.openxmlformats.org/officeDocument/2006/relationships/tags" Target="../tags/tag50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80.xml"/><Relationship Id="rId26" Type="http://schemas.openxmlformats.org/officeDocument/2006/relationships/tags" Target="../tags/tag79.xml"/><Relationship Id="rId25" Type="http://schemas.openxmlformats.org/officeDocument/2006/relationships/tags" Target="../tags/tag78.xml"/><Relationship Id="rId24" Type="http://schemas.openxmlformats.org/officeDocument/2006/relationships/tags" Target="../tags/tag77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5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tags" Target="../tags/tag8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122.xml"/><Relationship Id="rId24" Type="http://schemas.openxmlformats.org/officeDocument/2006/relationships/tags" Target="../tags/tag121.xml"/><Relationship Id="rId23" Type="http://schemas.openxmlformats.org/officeDocument/2006/relationships/tags" Target="../tags/tag120.xml"/><Relationship Id="rId22" Type="http://schemas.openxmlformats.org/officeDocument/2006/relationships/tags" Target="../tags/tag119.xml"/><Relationship Id="rId21" Type="http://schemas.openxmlformats.org/officeDocument/2006/relationships/tags" Target="../tags/tag118.xml"/><Relationship Id="rId20" Type="http://schemas.openxmlformats.org/officeDocument/2006/relationships/tags" Target="../tags/tag117.xml"/><Relationship Id="rId2" Type="http://schemas.openxmlformats.org/officeDocument/2006/relationships/tags" Target="../tags/tag99.xml"/><Relationship Id="rId19" Type="http://schemas.openxmlformats.org/officeDocument/2006/relationships/tags" Target="../tags/tag116.xml"/><Relationship Id="rId18" Type="http://schemas.openxmlformats.org/officeDocument/2006/relationships/tags" Target="../tags/tag115.xml"/><Relationship Id="rId17" Type="http://schemas.openxmlformats.org/officeDocument/2006/relationships/tags" Target="../tags/tag114.xml"/><Relationship Id="rId16" Type="http://schemas.openxmlformats.org/officeDocument/2006/relationships/tags" Target="../tags/tag113.xml"/><Relationship Id="rId15" Type="http://schemas.openxmlformats.org/officeDocument/2006/relationships/tags" Target="../tags/tag112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image" Target="../media/image1.png"/><Relationship Id="rId38" Type="http://schemas.openxmlformats.org/officeDocument/2006/relationships/notesSlide" Target="../notesSlides/notesSlide5.xml"/><Relationship Id="rId37" Type="http://schemas.openxmlformats.org/officeDocument/2006/relationships/slideLayout" Target="../slideLayouts/slideLayout7.xml"/><Relationship Id="rId36" Type="http://schemas.openxmlformats.org/officeDocument/2006/relationships/tags" Target="../tags/tag157.xml"/><Relationship Id="rId35" Type="http://schemas.openxmlformats.org/officeDocument/2006/relationships/tags" Target="../tags/tag156.xml"/><Relationship Id="rId34" Type="http://schemas.openxmlformats.org/officeDocument/2006/relationships/tags" Target="../tags/tag155.xml"/><Relationship Id="rId33" Type="http://schemas.openxmlformats.org/officeDocument/2006/relationships/tags" Target="../tags/tag154.xml"/><Relationship Id="rId32" Type="http://schemas.openxmlformats.org/officeDocument/2006/relationships/tags" Target="../tags/tag153.xml"/><Relationship Id="rId31" Type="http://schemas.openxmlformats.org/officeDocument/2006/relationships/tags" Target="../tags/tag152.xml"/><Relationship Id="rId30" Type="http://schemas.openxmlformats.org/officeDocument/2006/relationships/tags" Target="../tags/tag151.xml"/><Relationship Id="rId3" Type="http://schemas.openxmlformats.org/officeDocument/2006/relationships/tags" Target="../tags/tag125.xml"/><Relationship Id="rId29" Type="http://schemas.openxmlformats.org/officeDocument/2006/relationships/tags" Target="../tags/tag150.xml"/><Relationship Id="rId28" Type="http://schemas.openxmlformats.org/officeDocument/2006/relationships/tags" Target="../tags/tag149.xml"/><Relationship Id="rId27" Type="http://schemas.openxmlformats.org/officeDocument/2006/relationships/tags" Target="../tags/tag148.xml"/><Relationship Id="rId26" Type="http://schemas.openxmlformats.org/officeDocument/2006/relationships/tags" Target="../tags/tag147.xml"/><Relationship Id="rId25" Type="http://schemas.openxmlformats.org/officeDocument/2006/relationships/tags" Target="../tags/tag146.xml"/><Relationship Id="rId24" Type="http://schemas.openxmlformats.org/officeDocument/2006/relationships/tags" Target="../tags/tag145.xml"/><Relationship Id="rId23" Type="http://schemas.openxmlformats.org/officeDocument/2006/relationships/tags" Target="../tags/tag144.xml"/><Relationship Id="rId22" Type="http://schemas.openxmlformats.org/officeDocument/2006/relationships/tags" Target="../tags/tag143.xml"/><Relationship Id="rId21" Type="http://schemas.openxmlformats.org/officeDocument/2006/relationships/tags" Target="../tags/tag142.xml"/><Relationship Id="rId20" Type="http://schemas.openxmlformats.org/officeDocument/2006/relationships/tags" Target="../tags/tag141.xml"/><Relationship Id="rId2" Type="http://schemas.openxmlformats.org/officeDocument/2006/relationships/tags" Target="../tags/tag124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0" Type="http://schemas.openxmlformats.org/officeDocument/2006/relationships/notesSlide" Target="../notesSlides/notesSlide6.xml"/><Relationship Id="rId2" Type="http://schemas.openxmlformats.org/officeDocument/2006/relationships/tags" Target="../tags/tag15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75.xml"/><Relationship Id="rId17" Type="http://schemas.openxmlformats.org/officeDocument/2006/relationships/tags" Target="../tags/tag174.xml"/><Relationship Id="rId16" Type="http://schemas.openxmlformats.org/officeDocument/2006/relationships/tags" Target="../tags/tag173.xml"/><Relationship Id="rId15" Type="http://schemas.openxmlformats.org/officeDocument/2006/relationships/tags" Target="../tags/tag172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tags" Target="../tags/tag15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8" Type="http://schemas.openxmlformats.org/officeDocument/2006/relationships/notesSlide" Target="../notesSlides/notesSlide7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01.xml"/><Relationship Id="rId25" Type="http://schemas.openxmlformats.org/officeDocument/2006/relationships/tags" Target="../tags/tag200.xml"/><Relationship Id="rId24" Type="http://schemas.openxmlformats.org/officeDocument/2006/relationships/tags" Target="../tags/tag199.xml"/><Relationship Id="rId23" Type="http://schemas.openxmlformats.org/officeDocument/2006/relationships/tags" Target="../tags/tag198.xml"/><Relationship Id="rId22" Type="http://schemas.openxmlformats.org/officeDocument/2006/relationships/tags" Target="../tags/tag197.xml"/><Relationship Id="rId21" Type="http://schemas.openxmlformats.org/officeDocument/2006/relationships/tags" Target="../tags/tag196.xml"/><Relationship Id="rId20" Type="http://schemas.openxmlformats.org/officeDocument/2006/relationships/tags" Target="../tags/tag195.xml"/><Relationship Id="rId2" Type="http://schemas.openxmlformats.org/officeDocument/2006/relationships/tags" Target="../tags/tag177.xml"/><Relationship Id="rId19" Type="http://schemas.openxmlformats.org/officeDocument/2006/relationships/tags" Target="../tags/tag194.xml"/><Relationship Id="rId18" Type="http://schemas.openxmlformats.org/officeDocument/2006/relationships/tags" Target="../tags/tag193.xml"/><Relationship Id="rId17" Type="http://schemas.openxmlformats.org/officeDocument/2006/relationships/tags" Target="../tags/tag192.xml"/><Relationship Id="rId16" Type="http://schemas.openxmlformats.org/officeDocument/2006/relationships/tags" Target="../tags/tag191.xml"/><Relationship Id="rId15" Type="http://schemas.openxmlformats.org/officeDocument/2006/relationships/tags" Target="../tags/tag190.xml"/><Relationship Id="rId14" Type="http://schemas.openxmlformats.org/officeDocument/2006/relationships/tags" Target="../tags/tag189.xml"/><Relationship Id="rId13" Type="http://schemas.openxmlformats.org/officeDocument/2006/relationships/tags" Target="../tags/tag188.xml"/><Relationship Id="rId12" Type="http://schemas.openxmlformats.org/officeDocument/2006/relationships/tags" Target="../tags/tag187.xml"/><Relationship Id="rId11" Type="http://schemas.openxmlformats.org/officeDocument/2006/relationships/tags" Target="../tags/tag186.xml"/><Relationship Id="rId10" Type="http://schemas.openxmlformats.org/officeDocument/2006/relationships/tags" Target="../tags/tag185.xml"/><Relationship Id="rId1" Type="http://schemas.openxmlformats.org/officeDocument/2006/relationships/tags" Target="../tags/tag17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8" Type="http://schemas.openxmlformats.org/officeDocument/2006/relationships/notesSlide" Target="../notesSlides/notesSlide8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27.xml"/><Relationship Id="rId25" Type="http://schemas.openxmlformats.org/officeDocument/2006/relationships/tags" Target="../tags/tag226.xml"/><Relationship Id="rId24" Type="http://schemas.openxmlformats.org/officeDocument/2006/relationships/tags" Target="../tags/tag225.xml"/><Relationship Id="rId23" Type="http://schemas.openxmlformats.org/officeDocument/2006/relationships/tags" Target="../tags/tag224.xml"/><Relationship Id="rId22" Type="http://schemas.openxmlformats.org/officeDocument/2006/relationships/tags" Target="../tags/tag223.xml"/><Relationship Id="rId21" Type="http://schemas.openxmlformats.org/officeDocument/2006/relationships/tags" Target="../tags/tag222.xml"/><Relationship Id="rId20" Type="http://schemas.openxmlformats.org/officeDocument/2006/relationships/tags" Target="../tags/tag221.xml"/><Relationship Id="rId2" Type="http://schemas.openxmlformats.org/officeDocument/2006/relationships/tags" Target="../tags/tag203.xml"/><Relationship Id="rId19" Type="http://schemas.openxmlformats.org/officeDocument/2006/relationships/tags" Target="../tags/tag220.xml"/><Relationship Id="rId18" Type="http://schemas.openxmlformats.org/officeDocument/2006/relationships/tags" Target="../tags/tag219.xml"/><Relationship Id="rId17" Type="http://schemas.openxmlformats.org/officeDocument/2006/relationships/tags" Target="../tags/tag218.xml"/><Relationship Id="rId16" Type="http://schemas.openxmlformats.org/officeDocument/2006/relationships/tags" Target="../tags/tag217.xml"/><Relationship Id="rId15" Type="http://schemas.openxmlformats.org/officeDocument/2006/relationships/tags" Target="../tags/tag216.xml"/><Relationship Id="rId14" Type="http://schemas.openxmlformats.org/officeDocument/2006/relationships/tags" Target="../tags/tag215.xml"/><Relationship Id="rId13" Type="http://schemas.openxmlformats.org/officeDocument/2006/relationships/tags" Target="../tags/tag214.xml"/><Relationship Id="rId12" Type="http://schemas.openxmlformats.org/officeDocument/2006/relationships/tags" Target="../tags/tag213.xml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tags" Target="../tags/tag20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3" Type="http://schemas.openxmlformats.org/officeDocument/2006/relationships/notesSlide" Target="../notesSlides/notesSlide9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248.xml"/><Relationship Id="rId30" Type="http://schemas.openxmlformats.org/officeDocument/2006/relationships/tags" Target="../tags/tag247.xml"/><Relationship Id="rId3" Type="http://schemas.openxmlformats.org/officeDocument/2006/relationships/tags" Target="../tags/tag230.xml"/><Relationship Id="rId29" Type="http://schemas.openxmlformats.org/officeDocument/2006/relationships/tags" Target="../tags/tag246.xml"/><Relationship Id="rId28" Type="http://schemas.openxmlformats.org/officeDocument/2006/relationships/tags" Target="../tags/tag245.xml"/><Relationship Id="rId27" Type="http://schemas.openxmlformats.org/officeDocument/2006/relationships/tags" Target="../tags/tag244.xml"/><Relationship Id="rId26" Type="http://schemas.openxmlformats.org/officeDocument/2006/relationships/tags" Target="../tags/tag243.xml"/><Relationship Id="rId25" Type="http://schemas.openxmlformats.org/officeDocument/2006/relationships/image" Target="../media/image11.svg"/><Relationship Id="rId24" Type="http://schemas.openxmlformats.org/officeDocument/2006/relationships/image" Target="../media/image10.png"/><Relationship Id="rId23" Type="http://schemas.openxmlformats.org/officeDocument/2006/relationships/tags" Target="../tags/tag242.xml"/><Relationship Id="rId22" Type="http://schemas.openxmlformats.org/officeDocument/2006/relationships/image" Target="../media/image9.svg"/><Relationship Id="rId21" Type="http://schemas.openxmlformats.org/officeDocument/2006/relationships/image" Target="../media/image8.png"/><Relationship Id="rId20" Type="http://schemas.openxmlformats.org/officeDocument/2006/relationships/tags" Target="../tags/tag241.xml"/><Relationship Id="rId2" Type="http://schemas.openxmlformats.org/officeDocument/2006/relationships/tags" Target="../tags/tag229.xml"/><Relationship Id="rId19" Type="http://schemas.openxmlformats.org/officeDocument/2006/relationships/image" Target="../media/image7.svg"/><Relationship Id="rId18" Type="http://schemas.openxmlformats.org/officeDocument/2006/relationships/image" Target="../media/image6.png"/><Relationship Id="rId17" Type="http://schemas.openxmlformats.org/officeDocument/2006/relationships/tags" Target="../tags/tag240.xml"/><Relationship Id="rId16" Type="http://schemas.openxmlformats.org/officeDocument/2006/relationships/image" Target="../media/image5.svg"/><Relationship Id="rId15" Type="http://schemas.openxmlformats.org/officeDocument/2006/relationships/image" Target="../media/image4.png"/><Relationship Id="rId14" Type="http://schemas.openxmlformats.org/officeDocument/2006/relationships/tags" Target="../tags/tag239.xml"/><Relationship Id="rId13" Type="http://schemas.openxmlformats.org/officeDocument/2006/relationships/image" Target="../media/image3.svg"/><Relationship Id="rId12" Type="http://schemas.openxmlformats.org/officeDocument/2006/relationships/image" Target="../media/image2.png"/><Relationship Id="rId11" Type="http://schemas.openxmlformats.org/officeDocument/2006/relationships/tags" Target="../tags/tag238.xml"/><Relationship Id="rId10" Type="http://schemas.openxmlformats.org/officeDocument/2006/relationships/tags" Target="../tags/tag237.xml"/><Relationship Id="rId1" Type="http://schemas.openxmlformats.org/officeDocument/2006/relationships/tags" Target="../tags/tag22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tags" Target="../tags/tag2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99038" y="235175"/>
            <a:ext cx="10788750" cy="791175"/>
          </a:xfrm>
        </p:spPr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TDMA Schedule Planner and Optimizer</a:t>
            </a:r>
            <a:endParaRPr lang="en-US" spc="0" dirty="0">
              <a:latin typeface="+mj-lt"/>
            </a:endParaRPr>
          </a:p>
        </p:txBody>
      </p:sp>
      <p:sp>
        <p:nvSpPr>
          <p:cNvPr id="2" name="椭圆 6"/>
          <p:cNvSpPr/>
          <p:nvPr>
            <p:custDataLst>
              <p:tags r:id="rId2"/>
            </p:custDataLst>
          </p:nvPr>
        </p:nvSpPr>
        <p:spPr>
          <a:xfrm>
            <a:off x="5381325" y="3255688"/>
            <a:ext cx="1428646" cy="1428646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任意多边形: 形状 25"/>
          <p:cNvSpPr/>
          <p:nvPr>
            <p:custDataLst>
              <p:tags r:id="rId3"/>
            </p:custDataLst>
          </p:nvPr>
        </p:nvSpPr>
        <p:spPr>
          <a:xfrm flipH="1">
            <a:off x="1564050" y="1730419"/>
            <a:ext cx="2589969" cy="1332385"/>
          </a:xfrm>
          <a:custGeom>
            <a:avLst/>
            <a:gdLst>
              <a:gd name="connsiteX0" fmla="*/ 0 w 2979534"/>
              <a:gd name="connsiteY0" fmla="*/ 0 h 1899874"/>
              <a:gd name="connsiteX1" fmla="*/ 2979534 w 2979534"/>
              <a:gd name="connsiteY1" fmla="*/ 0 h 1899874"/>
              <a:gd name="connsiteX2" fmla="*/ 2979534 w 2979534"/>
              <a:gd name="connsiteY2" fmla="*/ 1507390 h 1899874"/>
              <a:gd name="connsiteX3" fmla="*/ 1354752 w 2979534"/>
              <a:gd name="connsiteY3" fmla="*/ 1507390 h 1899874"/>
              <a:gd name="connsiteX4" fmla="*/ 919837 w 2979534"/>
              <a:gd name="connsiteY4" fmla="*/ 1899874 h 1899874"/>
              <a:gd name="connsiteX5" fmla="*/ 949571 w 2979534"/>
              <a:gd name="connsiteY5" fmla="*/ 1507390 h 1899874"/>
              <a:gd name="connsiteX6" fmla="*/ 0 w 2979534"/>
              <a:gd name="connsiteY6" fmla="*/ 1507390 h 189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9534" h="1899874">
                <a:moveTo>
                  <a:pt x="0" y="0"/>
                </a:moveTo>
                <a:lnTo>
                  <a:pt x="2979534" y="0"/>
                </a:lnTo>
                <a:lnTo>
                  <a:pt x="2979534" y="1507390"/>
                </a:lnTo>
                <a:lnTo>
                  <a:pt x="1354752" y="1507390"/>
                </a:lnTo>
                <a:lnTo>
                  <a:pt x="919837" y="1899874"/>
                </a:lnTo>
                <a:lnTo>
                  <a:pt x="949571" y="1507390"/>
                </a:lnTo>
                <a:lnTo>
                  <a:pt x="0" y="150739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任意多边形: 形状 20"/>
          <p:cNvSpPr/>
          <p:nvPr>
            <p:custDataLst>
              <p:tags r:id="rId4"/>
            </p:custDataLst>
          </p:nvPr>
        </p:nvSpPr>
        <p:spPr>
          <a:xfrm>
            <a:off x="2236128" y="1965804"/>
            <a:ext cx="3016129" cy="1332384"/>
          </a:xfrm>
          <a:custGeom>
            <a:avLst/>
            <a:gdLst>
              <a:gd name="connsiteX0" fmla="*/ 0 w 3231726"/>
              <a:gd name="connsiteY0" fmla="*/ 0 h 2185192"/>
              <a:gd name="connsiteX1" fmla="*/ 3231726 w 3231726"/>
              <a:gd name="connsiteY1" fmla="*/ 0 h 2185192"/>
              <a:gd name="connsiteX2" fmla="*/ 3231726 w 3231726"/>
              <a:gd name="connsiteY2" fmla="*/ 1836000 h 2185192"/>
              <a:gd name="connsiteX3" fmla="*/ 2925662 w 3231726"/>
              <a:gd name="connsiteY3" fmla="*/ 1836000 h 2185192"/>
              <a:gd name="connsiteX4" fmla="*/ 3062302 w 3231726"/>
              <a:gd name="connsiteY4" fmla="*/ 2185192 h 2185192"/>
              <a:gd name="connsiteX5" fmla="*/ 2490350 w 3231726"/>
              <a:gd name="connsiteY5" fmla="*/ 1836000 h 2185192"/>
              <a:gd name="connsiteX6" fmla="*/ 0 w 3231726"/>
              <a:gd name="connsiteY6" fmla="*/ 1836000 h 218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1726" h="2185192">
                <a:moveTo>
                  <a:pt x="0" y="0"/>
                </a:moveTo>
                <a:lnTo>
                  <a:pt x="3231726" y="0"/>
                </a:lnTo>
                <a:lnTo>
                  <a:pt x="3231726" y="1836000"/>
                </a:lnTo>
                <a:lnTo>
                  <a:pt x="2925662" y="1836000"/>
                </a:lnTo>
                <a:lnTo>
                  <a:pt x="3062302" y="2185192"/>
                </a:lnTo>
                <a:lnTo>
                  <a:pt x="2490350" y="1836000"/>
                </a:lnTo>
                <a:lnTo>
                  <a:pt x="0" y="18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rmAutofit/>
          </a:bodyPr>
          <a:p>
            <a:pPr algn="ctr"/>
            <a:r>
              <a:rPr lang="en-US" sz="1600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Wireless Protocol Development — Technical Presentation</a:t>
            </a:r>
            <a:endParaRPr lang="en-US" sz="1600" kern="0" dirty="0">
              <a:ln>
                <a:noFill/>
                <a:prstDash val="sysDot"/>
              </a:ln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9" name="任意多边形: 形状 13"/>
          <p:cNvSpPr/>
          <p:nvPr>
            <p:custDataLst>
              <p:tags r:id="rId5"/>
            </p:custDataLst>
          </p:nvPr>
        </p:nvSpPr>
        <p:spPr>
          <a:xfrm>
            <a:off x="1218861" y="3293551"/>
            <a:ext cx="3718490" cy="1180221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74538"/>
              <a:gd name="connsiteY0-16" fmla="*/ 0 h 1533525"/>
              <a:gd name="connsiteX1-17" fmla="*/ 3149648 w 3474538"/>
              <a:gd name="connsiteY1-18" fmla="*/ 0 h 1533525"/>
              <a:gd name="connsiteX2-19" fmla="*/ 3149648 w 3474538"/>
              <a:gd name="connsiteY2-20" fmla="*/ 823081 h 1533525"/>
              <a:gd name="connsiteX3-21" fmla="*/ 3474538 w 3474538"/>
              <a:gd name="connsiteY3-22" fmla="*/ 1157079 h 1533525"/>
              <a:gd name="connsiteX4-23" fmla="*/ 3149648 w 3474538"/>
              <a:gd name="connsiteY4-24" fmla="*/ 1120562 h 1533525"/>
              <a:gd name="connsiteX5-25" fmla="*/ 3149648 w 3474538"/>
              <a:gd name="connsiteY5-26" fmla="*/ 1533525 h 1533525"/>
              <a:gd name="connsiteX6-27" fmla="*/ 0 w 3474538"/>
              <a:gd name="connsiteY6-28" fmla="*/ 1533525 h 1533525"/>
              <a:gd name="connsiteX7-29" fmla="*/ 0 w 3474538"/>
              <a:gd name="connsiteY7-30" fmla="*/ 0 h 1533525"/>
              <a:gd name="connsiteX0-31" fmla="*/ 0 w 3547544"/>
              <a:gd name="connsiteY0-32" fmla="*/ 0 h 1533525"/>
              <a:gd name="connsiteX1-33" fmla="*/ 3149648 w 3547544"/>
              <a:gd name="connsiteY1-34" fmla="*/ 0 h 1533525"/>
              <a:gd name="connsiteX2-35" fmla="*/ 3149648 w 3547544"/>
              <a:gd name="connsiteY2-36" fmla="*/ 823081 h 1533525"/>
              <a:gd name="connsiteX3-37" fmla="*/ 3547544 w 3547544"/>
              <a:gd name="connsiteY3-38" fmla="*/ 920928 h 1533525"/>
              <a:gd name="connsiteX4-39" fmla="*/ 3149648 w 3547544"/>
              <a:gd name="connsiteY4-40" fmla="*/ 1120562 h 1533525"/>
              <a:gd name="connsiteX5-41" fmla="*/ 3149648 w 3547544"/>
              <a:gd name="connsiteY5-42" fmla="*/ 1533525 h 1533525"/>
              <a:gd name="connsiteX6-43" fmla="*/ 0 w 3547544"/>
              <a:gd name="connsiteY6-44" fmla="*/ 1533525 h 1533525"/>
              <a:gd name="connsiteX7-45" fmla="*/ 0 w 3547544"/>
              <a:gd name="connsiteY7-46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547544" h="1533525">
                <a:moveTo>
                  <a:pt x="0" y="0"/>
                </a:moveTo>
                <a:lnTo>
                  <a:pt x="3149648" y="0"/>
                </a:lnTo>
                <a:lnTo>
                  <a:pt x="3149648" y="823081"/>
                </a:lnTo>
                <a:lnTo>
                  <a:pt x="3547544" y="920928"/>
                </a:lnTo>
                <a:lnTo>
                  <a:pt x="3149648" y="1120562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252000" rIns="720000" rtlCol="0" anchor="ctr">
            <a:normAutofit/>
          </a:bodyPr>
          <a:p>
            <a:pPr algn="ctr"/>
            <a:r>
              <a:rPr lang="en-US" sz="1600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•  Full Automated Test Suite: 113 / 113 Tests Passing (0.29s)</a:t>
            </a:r>
            <a:endParaRPr lang="en-US" sz="1600" kern="0" dirty="0">
              <a:ln>
                <a:noFill/>
                <a:prstDash val="sysDot"/>
              </a:ln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11" name="任意多边形: 形状 9"/>
          <p:cNvSpPr/>
          <p:nvPr>
            <p:custDataLst>
              <p:tags r:id="rId6"/>
            </p:custDataLst>
          </p:nvPr>
        </p:nvSpPr>
        <p:spPr>
          <a:xfrm>
            <a:off x="2491707" y="4704599"/>
            <a:ext cx="3253269" cy="1149393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85890"/>
              <a:gd name="connsiteY0-16" fmla="*/ 0 h 1533525"/>
              <a:gd name="connsiteX1-17" fmla="*/ 3149648 w 3485890"/>
              <a:gd name="connsiteY1-18" fmla="*/ 0 h 1533525"/>
              <a:gd name="connsiteX2-19" fmla="*/ 3149648 w 3485890"/>
              <a:gd name="connsiteY2-20" fmla="*/ 823081 h 1533525"/>
              <a:gd name="connsiteX3-21" fmla="*/ 3485890 w 3485890"/>
              <a:gd name="connsiteY3-22" fmla="*/ 682983 h 1533525"/>
              <a:gd name="connsiteX4-23" fmla="*/ 3149648 w 3485890"/>
              <a:gd name="connsiteY4-24" fmla="*/ 1120562 h 1533525"/>
              <a:gd name="connsiteX5-25" fmla="*/ 3149648 w 3485890"/>
              <a:gd name="connsiteY5-26" fmla="*/ 1533525 h 1533525"/>
              <a:gd name="connsiteX6-27" fmla="*/ 0 w 3485890"/>
              <a:gd name="connsiteY6-28" fmla="*/ 1533525 h 1533525"/>
              <a:gd name="connsiteX7-29" fmla="*/ 0 w 3485890"/>
              <a:gd name="connsiteY7-30" fmla="*/ 0 h 1533525"/>
              <a:gd name="connsiteX0-31" fmla="*/ 0 w 3485890"/>
              <a:gd name="connsiteY0-32" fmla="*/ 0 h 1533525"/>
              <a:gd name="connsiteX1-33" fmla="*/ 3149648 w 3485890"/>
              <a:gd name="connsiteY1-34" fmla="*/ 0 h 1533525"/>
              <a:gd name="connsiteX2-35" fmla="*/ 3159662 w 3485890"/>
              <a:gd name="connsiteY2-36" fmla="*/ 516784 h 1533525"/>
              <a:gd name="connsiteX3-37" fmla="*/ 3485890 w 3485890"/>
              <a:gd name="connsiteY3-38" fmla="*/ 682983 h 1533525"/>
              <a:gd name="connsiteX4-39" fmla="*/ 3149648 w 3485890"/>
              <a:gd name="connsiteY4-40" fmla="*/ 1120562 h 1533525"/>
              <a:gd name="connsiteX5-41" fmla="*/ 3149648 w 3485890"/>
              <a:gd name="connsiteY5-42" fmla="*/ 1533525 h 1533525"/>
              <a:gd name="connsiteX6-43" fmla="*/ 0 w 3485890"/>
              <a:gd name="connsiteY6-44" fmla="*/ 1533525 h 1533525"/>
              <a:gd name="connsiteX7-45" fmla="*/ 0 w 3485890"/>
              <a:gd name="connsiteY7-46" fmla="*/ 0 h 1533525"/>
              <a:gd name="connsiteX0-47" fmla="*/ 0 w 3485890"/>
              <a:gd name="connsiteY0-48" fmla="*/ 0 h 1533525"/>
              <a:gd name="connsiteX1-49" fmla="*/ 3149648 w 3485890"/>
              <a:gd name="connsiteY1-50" fmla="*/ 0 h 1533525"/>
              <a:gd name="connsiteX2-51" fmla="*/ 3159662 w 3485890"/>
              <a:gd name="connsiteY2-52" fmla="*/ 516784 h 1533525"/>
              <a:gd name="connsiteX3-53" fmla="*/ 3485890 w 3485890"/>
              <a:gd name="connsiteY3-54" fmla="*/ 682983 h 1533525"/>
              <a:gd name="connsiteX4-55" fmla="*/ 3159662 w 3485890"/>
              <a:gd name="connsiteY4-56" fmla="*/ 814266 h 1533525"/>
              <a:gd name="connsiteX5-57" fmla="*/ 3149648 w 3485890"/>
              <a:gd name="connsiteY5-58" fmla="*/ 1533525 h 1533525"/>
              <a:gd name="connsiteX6-59" fmla="*/ 0 w 3485890"/>
              <a:gd name="connsiteY6-60" fmla="*/ 1533525 h 1533525"/>
              <a:gd name="connsiteX7-61" fmla="*/ 0 w 3485890"/>
              <a:gd name="connsiteY7-62" fmla="*/ 0 h 1533525"/>
              <a:gd name="connsiteX0-63" fmla="*/ 0 w 3405779"/>
              <a:gd name="connsiteY0-64" fmla="*/ 0 h 1533525"/>
              <a:gd name="connsiteX1-65" fmla="*/ 3149648 w 3405779"/>
              <a:gd name="connsiteY1-66" fmla="*/ 0 h 1533525"/>
              <a:gd name="connsiteX2-67" fmla="*/ 3159662 w 3405779"/>
              <a:gd name="connsiteY2-68" fmla="*/ 516784 h 1533525"/>
              <a:gd name="connsiteX3-69" fmla="*/ 3405779 w 3405779"/>
              <a:gd name="connsiteY3-70" fmla="*/ 198013 h 1533525"/>
              <a:gd name="connsiteX4-71" fmla="*/ 3159662 w 3405779"/>
              <a:gd name="connsiteY4-72" fmla="*/ 814266 h 1533525"/>
              <a:gd name="connsiteX5-73" fmla="*/ 3149648 w 3405779"/>
              <a:gd name="connsiteY5-74" fmla="*/ 1533525 h 1533525"/>
              <a:gd name="connsiteX6-75" fmla="*/ 0 w 3405779"/>
              <a:gd name="connsiteY6-76" fmla="*/ 1533525 h 1533525"/>
              <a:gd name="connsiteX7-77" fmla="*/ 0 w 3405779"/>
              <a:gd name="connsiteY7-78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405779" h="1533525">
                <a:moveTo>
                  <a:pt x="0" y="0"/>
                </a:moveTo>
                <a:lnTo>
                  <a:pt x="3149648" y="0"/>
                </a:lnTo>
                <a:lnTo>
                  <a:pt x="3159662" y="516784"/>
                </a:lnTo>
                <a:lnTo>
                  <a:pt x="3405779" y="198013"/>
                </a:lnTo>
                <a:lnTo>
                  <a:pt x="3159662" y="814266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88000" rIns="396000" rtlCol="0" anchor="ctr">
            <a:normAutofit/>
          </a:bodyPr>
          <a:p>
            <a:pPr algn="ctr"/>
            <a:r>
              <a:rPr lang="en-US" sz="1600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•  Official EMANE TDMA Radio Model Integration (1 ms slot timing)</a:t>
            </a:r>
            <a:endParaRPr lang="en-US" sz="1600" kern="0" dirty="0">
              <a:ln>
                <a:noFill/>
                <a:prstDash val="sysDot"/>
              </a:ln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12" name="任意多边形: 形状 7"/>
          <p:cNvSpPr/>
          <p:nvPr>
            <p:custDataLst>
              <p:tags r:id="rId7"/>
            </p:custDataLst>
          </p:nvPr>
        </p:nvSpPr>
        <p:spPr>
          <a:xfrm>
            <a:off x="8036820" y="1721584"/>
            <a:ext cx="2589969" cy="1332385"/>
          </a:xfrm>
          <a:custGeom>
            <a:avLst/>
            <a:gdLst>
              <a:gd name="connsiteX0" fmla="*/ 0 w 2979534"/>
              <a:gd name="connsiteY0" fmla="*/ 0 h 1899874"/>
              <a:gd name="connsiteX1" fmla="*/ 2979534 w 2979534"/>
              <a:gd name="connsiteY1" fmla="*/ 0 h 1899874"/>
              <a:gd name="connsiteX2" fmla="*/ 2979534 w 2979534"/>
              <a:gd name="connsiteY2" fmla="*/ 1507390 h 1899874"/>
              <a:gd name="connsiteX3" fmla="*/ 1354752 w 2979534"/>
              <a:gd name="connsiteY3" fmla="*/ 1507390 h 1899874"/>
              <a:gd name="connsiteX4" fmla="*/ 919837 w 2979534"/>
              <a:gd name="connsiteY4" fmla="*/ 1899874 h 1899874"/>
              <a:gd name="connsiteX5" fmla="*/ 949571 w 2979534"/>
              <a:gd name="connsiteY5" fmla="*/ 1507390 h 1899874"/>
              <a:gd name="connsiteX6" fmla="*/ 0 w 2979534"/>
              <a:gd name="connsiteY6" fmla="*/ 1507390 h 189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9534" h="1899874">
                <a:moveTo>
                  <a:pt x="0" y="0"/>
                </a:moveTo>
                <a:lnTo>
                  <a:pt x="2979534" y="0"/>
                </a:lnTo>
                <a:lnTo>
                  <a:pt x="2979534" y="1507390"/>
                </a:lnTo>
                <a:lnTo>
                  <a:pt x="1354752" y="1507390"/>
                </a:lnTo>
                <a:lnTo>
                  <a:pt x="919837" y="1899874"/>
                </a:lnTo>
                <a:lnTo>
                  <a:pt x="949571" y="1507390"/>
                </a:lnTo>
                <a:lnTo>
                  <a:pt x="0" y="150739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任意多边形: 形状 12"/>
          <p:cNvSpPr/>
          <p:nvPr>
            <p:custDataLst>
              <p:tags r:id="rId8"/>
            </p:custDataLst>
          </p:nvPr>
        </p:nvSpPr>
        <p:spPr>
          <a:xfrm flipH="1">
            <a:off x="6938777" y="1956969"/>
            <a:ext cx="3016129" cy="1332384"/>
          </a:xfrm>
          <a:custGeom>
            <a:avLst/>
            <a:gdLst>
              <a:gd name="connsiteX0" fmla="*/ 0 w 3231726"/>
              <a:gd name="connsiteY0" fmla="*/ 0 h 2185192"/>
              <a:gd name="connsiteX1" fmla="*/ 3231726 w 3231726"/>
              <a:gd name="connsiteY1" fmla="*/ 0 h 2185192"/>
              <a:gd name="connsiteX2" fmla="*/ 3231726 w 3231726"/>
              <a:gd name="connsiteY2" fmla="*/ 1836000 h 2185192"/>
              <a:gd name="connsiteX3" fmla="*/ 2925662 w 3231726"/>
              <a:gd name="connsiteY3" fmla="*/ 1836000 h 2185192"/>
              <a:gd name="connsiteX4" fmla="*/ 3062302 w 3231726"/>
              <a:gd name="connsiteY4" fmla="*/ 2185192 h 2185192"/>
              <a:gd name="connsiteX5" fmla="*/ 2490350 w 3231726"/>
              <a:gd name="connsiteY5" fmla="*/ 1836000 h 2185192"/>
              <a:gd name="connsiteX6" fmla="*/ 0 w 3231726"/>
              <a:gd name="connsiteY6" fmla="*/ 1836000 h 218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1726" h="2185192">
                <a:moveTo>
                  <a:pt x="0" y="0"/>
                </a:moveTo>
                <a:lnTo>
                  <a:pt x="3231726" y="0"/>
                </a:lnTo>
                <a:lnTo>
                  <a:pt x="3231726" y="1836000"/>
                </a:lnTo>
                <a:lnTo>
                  <a:pt x="2925662" y="1836000"/>
                </a:lnTo>
                <a:lnTo>
                  <a:pt x="3062302" y="2185192"/>
                </a:lnTo>
                <a:lnTo>
                  <a:pt x="2490350" y="1836000"/>
                </a:lnTo>
                <a:lnTo>
                  <a:pt x="0" y="1836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rmAutofit/>
          </a:bodyPr>
          <a:p>
            <a:pPr algn="ctr"/>
            <a:r>
              <a:rPr lang="en-US" sz="1600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•  Collision-Free Spatial Reuse TDMA Scheduling algorithm</a:t>
            </a:r>
            <a:endParaRPr lang="en-US" sz="1600" kern="0" dirty="0">
              <a:ln>
                <a:noFill/>
                <a:prstDash val="sysDot"/>
              </a:ln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16" name="任意多边形: 形状 17"/>
          <p:cNvSpPr/>
          <p:nvPr>
            <p:custDataLst>
              <p:tags r:id="rId9"/>
            </p:custDataLst>
          </p:nvPr>
        </p:nvSpPr>
        <p:spPr>
          <a:xfrm flipH="1">
            <a:off x="7254307" y="3284717"/>
            <a:ext cx="3718490" cy="1180221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74538"/>
              <a:gd name="connsiteY0-16" fmla="*/ 0 h 1533525"/>
              <a:gd name="connsiteX1-17" fmla="*/ 3149648 w 3474538"/>
              <a:gd name="connsiteY1-18" fmla="*/ 0 h 1533525"/>
              <a:gd name="connsiteX2-19" fmla="*/ 3149648 w 3474538"/>
              <a:gd name="connsiteY2-20" fmla="*/ 823081 h 1533525"/>
              <a:gd name="connsiteX3-21" fmla="*/ 3474538 w 3474538"/>
              <a:gd name="connsiteY3-22" fmla="*/ 1157079 h 1533525"/>
              <a:gd name="connsiteX4-23" fmla="*/ 3149648 w 3474538"/>
              <a:gd name="connsiteY4-24" fmla="*/ 1120562 h 1533525"/>
              <a:gd name="connsiteX5-25" fmla="*/ 3149648 w 3474538"/>
              <a:gd name="connsiteY5-26" fmla="*/ 1533525 h 1533525"/>
              <a:gd name="connsiteX6-27" fmla="*/ 0 w 3474538"/>
              <a:gd name="connsiteY6-28" fmla="*/ 1533525 h 1533525"/>
              <a:gd name="connsiteX7-29" fmla="*/ 0 w 3474538"/>
              <a:gd name="connsiteY7-30" fmla="*/ 0 h 1533525"/>
              <a:gd name="connsiteX0-31" fmla="*/ 0 w 3547544"/>
              <a:gd name="connsiteY0-32" fmla="*/ 0 h 1533525"/>
              <a:gd name="connsiteX1-33" fmla="*/ 3149648 w 3547544"/>
              <a:gd name="connsiteY1-34" fmla="*/ 0 h 1533525"/>
              <a:gd name="connsiteX2-35" fmla="*/ 3149648 w 3547544"/>
              <a:gd name="connsiteY2-36" fmla="*/ 823081 h 1533525"/>
              <a:gd name="connsiteX3-37" fmla="*/ 3547544 w 3547544"/>
              <a:gd name="connsiteY3-38" fmla="*/ 920928 h 1533525"/>
              <a:gd name="connsiteX4-39" fmla="*/ 3149648 w 3547544"/>
              <a:gd name="connsiteY4-40" fmla="*/ 1120562 h 1533525"/>
              <a:gd name="connsiteX5-41" fmla="*/ 3149648 w 3547544"/>
              <a:gd name="connsiteY5-42" fmla="*/ 1533525 h 1533525"/>
              <a:gd name="connsiteX6-43" fmla="*/ 0 w 3547544"/>
              <a:gd name="connsiteY6-44" fmla="*/ 1533525 h 1533525"/>
              <a:gd name="connsiteX7-45" fmla="*/ 0 w 3547544"/>
              <a:gd name="connsiteY7-46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547544" h="1533525">
                <a:moveTo>
                  <a:pt x="0" y="0"/>
                </a:moveTo>
                <a:lnTo>
                  <a:pt x="3149648" y="0"/>
                </a:lnTo>
                <a:lnTo>
                  <a:pt x="3149648" y="823081"/>
                </a:lnTo>
                <a:lnTo>
                  <a:pt x="3547544" y="920928"/>
                </a:lnTo>
                <a:lnTo>
                  <a:pt x="3149648" y="1120562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0" tIns="252000" rIns="396000" rtlCol="0" anchor="ctr">
            <a:normAutofit/>
          </a:bodyPr>
          <a:p>
            <a:pPr algn="ctr"/>
            <a:r>
              <a:rPr lang="en-US" sz="1600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•  Formulated as Distance-2 Graph Coloring on Communication Graph G</a:t>
            </a:r>
            <a:endParaRPr lang="en-US" sz="1600" kern="0" dirty="0">
              <a:ln>
                <a:noFill/>
                <a:prstDash val="sysDot"/>
              </a:ln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17" name="任意多边形: 形状 21"/>
          <p:cNvSpPr/>
          <p:nvPr>
            <p:custDataLst>
              <p:tags r:id="rId10"/>
            </p:custDataLst>
          </p:nvPr>
        </p:nvSpPr>
        <p:spPr>
          <a:xfrm flipH="1">
            <a:off x="6446552" y="4695133"/>
            <a:ext cx="3253269" cy="1149393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85890"/>
              <a:gd name="connsiteY0-16" fmla="*/ 0 h 1533525"/>
              <a:gd name="connsiteX1-17" fmla="*/ 3149648 w 3485890"/>
              <a:gd name="connsiteY1-18" fmla="*/ 0 h 1533525"/>
              <a:gd name="connsiteX2-19" fmla="*/ 3149648 w 3485890"/>
              <a:gd name="connsiteY2-20" fmla="*/ 823081 h 1533525"/>
              <a:gd name="connsiteX3-21" fmla="*/ 3485890 w 3485890"/>
              <a:gd name="connsiteY3-22" fmla="*/ 682983 h 1533525"/>
              <a:gd name="connsiteX4-23" fmla="*/ 3149648 w 3485890"/>
              <a:gd name="connsiteY4-24" fmla="*/ 1120562 h 1533525"/>
              <a:gd name="connsiteX5-25" fmla="*/ 3149648 w 3485890"/>
              <a:gd name="connsiteY5-26" fmla="*/ 1533525 h 1533525"/>
              <a:gd name="connsiteX6-27" fmla="*/ 0 w 3485890"/>
              <a:gd name="connsiteY6-28" fmla="*/ 1533525 h 1533525"/>
              <a:gd name="connsiteX7-29" fmla="*/ 0 w 3485890"/>
              <a:gd name="connsiteY7-30" fmla="*/ 0 h 1533525"/>
              <a:gd name="connsiteX0-31" fmla="*/ 0 w 3485890"/>
              <a:gd name="connsiteY0-32" fmla="*/ 0 h 1533525"/>
              <a:gd name="connsiteX1-33" fmla="*/ 3149648 w 3485890"/>
              <a:gd name="connsiteY1-34" fmla="*/ 0 h 1533525"/>
              <a:gd name="connsiteX2-35" fmla="*/ 3159662 w 3485890"/>
              <a:gd name="connsiteY2-36" fmla="*/ 516784 h 1533525"/>
              <a:gd name="connsiteX3-37" fmla="*/ 3485890 w 3485890"/>
              <a:gd name="connsiteY3-38" fmla="*/ 682983 h 1533525"/>
              <a:gd name="connsiteX4-39" fmla="*/ 3149648 w 3485890"/>
              <a:gd name="connsiteY4-40" fmla="*/ 1120562 h 1533525"/>
              <a:gd name="connsiteX5-41" fmla="*/ 3149648 w 3485890"/>
              <a:gd name="connsiteY5-42" fmla="*/ 1533525 h 1533525"/>
              <a:gd name="connsiteX6-43" fmla="*/ 0 w 3485890"/>
              <a:gd name="connsiteY6-44" fmla="*/ 1533525 h 1533525"/>
              <a:gd name="connsiteX7-45" fmla="*/ 0 w 3485890"/>
              <a:gd name="connsiteY7-46" fmla="*/ 0 h 1533525"/>
              <a:gd name="connsiteX0-47" fmla="*/ 0 w 3485890"/>
              <a:gd name="connsiteY0-48" fmla="*/ 0 h 1533525"/>
              <a:gd name="connsiteX1-49" fmla="*/ 3149648 w 3485890"/>
              <a:gd name="connsiteY1-50" fmla="*/ 0 h 1533525"/>
              <a:gd name="connsiteX2-51" fmla="*/ 3159662 w 3485890"/>
              <a:gd name="connsiteY2-52" fmla="*/ 516784 h 1533525"/>
              <a:gd name="connsiteX3-53" fmla="*/ 3485890 w 3485890"/>
              <a:gd name="connsiteY3-54" fmla="*/ 682983 h 1533525"/>
              <a:gd name="connsiteX4-55" fmla="*/ 3159662 w 3485890"/>
              <a:gd name="connsiteY4-56" fmla="*/ 814266 h 1533525"/>
              <a:gd name="connsiteX5-57" fmla="*/ 3149648 w 3485890"/>
              <a:gd name="connsiteY5-58" fmla="*/ 1533525 h 1533525"/>
              <a:gd name="connsiteX6-59" fmla="*/ 0 w 3485890"/>
              <a:gd name="connsiteY6-60" fmla="*/ 1533525 h 1533525"/>
              <a:gd name="connsiteX7-61" fmla="*/ 0 w 3485890"/>
              <a:gd name="connsiteY7-62" fmla="*/ 0 h 1533525"/>
              <a:gd name="connsiteX0-63" fmla="*/ 0 w 3405779"/>
              <a:gd name="connsiteY0-64" fmla="*/ 0 h 1533525"/>
              <a:gd name="connsiteX1-65" fmla="*/ 3149648 w 3405779"/>
              <a:gd name="connsiteY1-66" fmla="*/ 0 h 1533525"/>
              <a:gd name="connsiteX2-67" fmla="*/ 3159662 w 3405779"/>
              <a:gd name="connsiteY2-68" fmla="*/ 516784 h 1533525"/>
              <a:gd name="connsiteX3-69" fmla="*/ 3405779 w 3405779"/>
              <a:gd name="connsiteY3-70" fmla="*/ 198013 h 1533525"/>
              <a:gd name="connsiteX4-71" fmla="*/ 3159662 w 3405779"/>
              <a:gd name="connsiteY4-72" fmla="*/ 814266 h 1533525"/>
              <a:gd name="connsiteX5-73" fmla="*/ 3149648 w 3405779"/>
              <a:gd name="connsiteY5-74" fmla="*/ 1533525 h 1533525"/>
              <a:gd name="connsiteX6-75" fmla="*/ 0 w 3405779"/>
              <a:gd name="connsiteY6-76" fmla="*/ 1533525 h 1533525"/>
              <a:gd name="connsiteX7-77" fmla="*/ 0 w 3405779"/>
              <a:gd name="connsiteY7-78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405779" h="1533525">
                <a:moveTo>
                  <a:pt x="0" y="0"/>
                </a:moveTo>
                <a:lnTo>
                  <a:pt x="3149648" y="0"/>
                </a:lnTo>
                <a:lnTo>
                  <a:pt x="3159662" y="516784"/>
                </a:lnTo>
                <a:lnTo>
                  <a:pt x="3405779" y="198013"/>
                </a:lnTo>
                <a:lnTo>
                  <a:pt x="3159662" y="814266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0" tIns="288000" rIns="108000" rtlCol="0" anchor="ctr">
            <a:normAutofit/>
          </a:bodyPr>
          <a:p>
            <a:pPr algn="ctr"/>
            <a:r>
              <a:rPr lang="en-US" sz="1600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•  DSATUR Heuristic + Greedy Local Search Post-Optimization Pass</a:t>
            </a:r>
            <a:endParaRPr lang="en-US" sz="1600" kern="0" dirty="0">
              <a:ln>
                <a:noFill/>
                <a:prstDash val="sysDot"/>
              </a:ln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19" name="图片 7" descr="343439383331313b343532303032333bc6f3d2b5bcf2bde9"/>
          <p:cNvSpPr/>
          <p:nvPr>
            <p:custDataLst>
              <p:tags r:id="rId11"/>
            </p:custDataLst>
          </p:nvPr>
        </p:nvSpPr>
        <p:spPr>
          <a:xfrm>
            <a:off x="5773843" y="3648206"/>
            <a:ext cx="643978" cy="643978"/>
          </a:xfrm>
          <a:custGeom>
            <a:avLst/>
            <a:gdLst>
              <a:gd name="connsiteX0" fmla="*/ 625851 w 648000"/>
              <a:gd name="connsiteY0" fmla="*/ 601551 h 648000"/>
              <a:gd name="connsiteX1" fmla="*/ 648114 w 648000"/>
              <a:gd name="connsiteY1" fmla="*/ 625851 h 648000"/>
              <a:gd name="connsiteX2" fmla="*/ 625851 w 648000"/>
              <a:gd name="connsiteY2" fmla="*/ 648114 h 648000"/>
              <a:gd name="connsiteX3" fmla="*/ 22331 w 648000"/>
              <a:gd name="connsiteY3" fmla="*/ 648114 h 648000"/>
              <a:gd name="connsiteX4" fmla="*/ 114 w 648000"/>
              <a:gd name="connsiteY4" fmla="*/ 623814 h 648000"/>
              <a:gd name="connsiteX5" fmla="*/ 22377 w 648000"/>
              <a:gd name="connsiteY5" fmla="*/ 601551 h 648000"/>
              <a:gd name="connsiteX6" fmla="*/ 56814 w 648000"/>
              <a:gd name="connsiteY6" fmla="*/ 601551 h 648000"/>
              <a:gd name="connsiteX7" fmla="*/ 56814 w 648000"/>
              <a:gd name="connsiteY7" fmla="*/ 32514 h 648000"/>
              <a:gd name="connsiteX8" fmla="*/ 89214 w 648000"/>
              <a:gd name="connsiteY8" fmla="*/ 114 h 648000"/>
              <a:gd name="connsiteX9" fmla="*/ 386878 w 648000"/>
              <a:gd name="connsiteY9" fmla="*/ 114 h 648000"/>
              <a:gd name="connsiteX10" fmla="*/ 419278 w 648000"/>
              <a:gd name="connsiteY10" fmla="*/ 32514 h 648000"/>
              <a:gd name="connsiteX11" fmla="*/ 419278 w 648000"/>
              <a:gd name="connsiteY11" fmla="*/ 212751 h 648000"/>
              <a:gd name="connsiteX12" fmla="*/ 546887 w 648000"/>
              <a:gd name="connsiteY12" fmla="*/ 253251 h 648000"/>
              <a:gd name="connsiteX13" fmla="*/ 591414 w 648000"/>
              <a:gd name="connsiteY13" fmla="*/ 313978 h 648000"/>
              <a:gd name="connsiteX14" fmla="*/ 591414 w 648000"/>
              <a:gd name="connsiteY14" fmla="*/ 601551 h 648000"/>
              <a:gd name="connsiteX15" fmla="*/ 625851 w 648000"/>
              <a:gd name="connsiteY15" fmla="*/ 601551 h 648000"/>
              <a:gd name="connsiteX16" fmla="*/ 267414 w 648000"/>
              <a:gd name="connsiteY16" fmla="*/ 135731 h 648000"/>
              <a:gd name="connsiteX17" fmla="*/ 267414 w 648000"/>
              <a:gd name="connsiteY17" fmla="*/ 192431 h 648000"/>
              <a:gd name="connsiteX18" fmla="*/ 358551 w 648000"/>
              <a:gd name="connsiteY18" fmla="*/ 192431 h 648000"/>
              <a:gd name="connsiteX19" fmla="*/ 358551 w 648000"/>
              <a:gd name="connsiteY19" fmla="*/ 135777 h 648000"/>
              <a:gd name="connsiteX20" fmla="*/ 267414 w 648000"/>
              <a:gd name="connsiteY20" fmla="*/ 135777 h 648000"/>
              <a:gd name="connsiteX21" fmla="*/ 267414 w 648000"/>
              <a:gd name="connsiteY21" fmla="*/ 135777 h 648000"/>
              <a:gd name="connsiteX22" fmla="*/ 267414 w 648000"/>
              <a:gd name="connsiteY22" fmla="*/ 135731 h 648000"/>
              <a:gd name="connsiteX23" fmla="*/ 208678 w 648000"/>
              <a:gd name="connsiteY23" fmla="*/ 494168 h 648000"/>
              <a:gd name="connsiteX24" fmla="*/ 208678 w 648000"/>
              <a:gd name="connsiteY24" fmla="*/ 437514 h 648000"/>
              <a:gd name="connsiteX25" fmla="*/ 117587 w 648000"/>
              <a:gd name="connsiteY25" fmla="*/ 437514 h 648000"/>
              <a:gd name="connsiteX26" fmla="*/ 117587 w 648000"/>
              <a:gd name="connsiteY26" fmla="*/ 494214 h 648000"/>
              <a:gd name="connsiteX27" fmla="*/ 208678 w 648000"/>
              <a:gd name="connsiteY27" fmla="*/ 494214 h 648000"/>
              <a:gd name="connsiteX28" fmla="*/ 208678 w 648000"/>
              <a:gd name="connsiteY28" fmla="*/ 494214 h 648000"/>
              <a:gd name="connsiteX29" fmla="*/ 208678 w 648000"/>
              <a:gd name="connsiteY29" fmla="*/ 494168 h 648000"/>
              <a:gd name="connsiteX30" fmla="*/ 117587 w 648000"/>
              <a:gd name="connsiteY30" fmla="*/ 344341 h 648000"/>
              <a:gd name="connsiteX31" fmla="*/ 208678 w 648000"/>
              <a:gd name="connsiteY31" fmla="*/ 344341 h 648000"/>
              <a:gd name="connsiteX32" fmla="*/ 208678 w 648000"/>
              <a:gd name="connsiteY32" fmla="*/ 287687 h 648000"/>
              <a:gd name="connsiteX33" fmla="*/ 117587 w 648000"/>
              <a:gd name="connsiteY33" fmla="*/ 287687 h 648000"/>
              <a:gd name="connsiteX34" fmla="*/ 117587 w 648000"/>
              <a:gd name="connsiteY34" fmla="*/ 344434 h 648000"/>
              <a:gd name="connsiteX35" fmla="*/ 117587 w 648000"/>
              <a:gd name="connsiteY35" fmla="*/ 344341 h 648000"/>
              <a:gd name="connsiteX36" fmla="*/ 117587 w 648000"/>
              <a:gd name="connsiteY36" fmla="*/ 192524 h 648000"/>
              <a:gd name="connsiteX37" fmla="*/ 208678 w 648000"/>
              <a:gd name="connsiteY37" fmla="*/ 192524 h 648000"/>
              <a:gd name="connsiteX38" fmla="*/ 208678 w 648000"/>
              <a:gd name="connsiteY38" fmla="*/ 135731 h 648000"/>
              <a:gd name="connsiteX39" fmla="*/ 117587 w 648000"/>
              <a:gd name="connsiteY39" fmla="*/ 135731 h 648000"/>
              <a:gd name="connsiteX40" fmla="*/ 117587 w 648000"/>
              <a:gd name="connsiteY40" fmla="*/ 192431 h 648000"/>
              <a:gd name="connsiteX41" fmla="*/ 117587 w 648000"/>
              <a:gd name="connsiteY41" fmla="*/ 192524 h 648000"/>
              <a:gd name="connsiteX42" fmla="*/ 267414 w 648000"/>
              <a:gd name="connsiteY42" fmla="*/ 285651 h 648000"/>
              <a:gd name="connsiteX43" fmla="*/ 267414 w 648000"/>
              <a:gd name="connsiteY43" fmla="*/ 344387 h 648000"/>
              <a:gd name="connsiteX44" fmla="*/ 358551 w 648000"/>
              <a:gd name="connsiteY44" fmla="*/ 344387 h 648000"/>
              <a:gd name="connsiteX45" fmla="*/ 358551 w 648000"/>
              <a:gd name="connsiteY45" fmla="*/ 285604 h 648000"/>
              <a:gd name="connsiteX46" fmla="*/ 267414 w 648000"/>
              <a:gd name="connsiteY46" fmla="*/ 285604 h 648000"/>
              <a:gd name="connsiteX47" fmla="*/ 267414 w 648000"/>
              <a:gd name="connsiteY47" fmla="*/ 285604 h 648000"/>
              <a:gd name="connsiteX48" fmla="*/ 267414 w 648000"/>
              <a:gd name="connsiteY48" fmla="*/ 285651 h 648000"/>
              <a:gd name="connsiteX49" fmla="*/ 360587 w 648000"/>
              <a:gd name="connsiteY49" fmla="*/ 494214 h 648000"/>
              <a:gd name="connsiteX50" fmla="*/ 360587 w 648000"/>
              <a:gd name="connsiteY50" fmla="*/ 437514 h 648000"/>
              <a:gd name="connsiteX51" fmla="*/ 269404 w 648000"/>
              <a:gd name="connsiteY51" fmla="*/ 437514 h 648000"/>
              <a:gd name="connsiteX52" fmla="*/ 269404 w 648000"/>
              <a:gd name="connsiteY52" fmla="*/ 494214 h 648000"/>
              <a:gd name="connsiteX53" fmla="*/ 360587 w 648000"/>
              <a:gd name="connsiteY53" fmla="*/ 494214 h 648000"/>
              <a:gd name="connsiteX54" fmla="*/ 360587 w 648000"/>
              <a:gd name="connsiteY54" fmla="*/ 494214 h 648000"/>
              <a:gd name="connsiteX55" fmla="*/ 457787 w 648000"/>
              <a:gd name="connsiteY55" fmla="*/ 561051 h 648000"/>
              <a:gd name="connsiteX56" fmla="*/ 504351 w 648000"/>
              <a:gd name="connsiteY56" fmla="*/ 561051 h 648000"/>
              <a:gd name="connsiteX57" fmla="*/ 504351 w 648000"/>
              <a:gd name="connsiteY57" fmla="*/ 467878 h 648000"/>
              <a:gd name="connsiteX58" fmla="*/ 457787 w 648000"/>
              <a:gd name="connsiteY58" fmla="*/ 467878 h 648000"/>
              <a:gd name="connsiteX59" fmla="*/ 457787 w 648000"/>
              <a:gd name="connsiteY59" fmla="*/ 561051 h 648000"/>
              <a:gd name="connsiteX60" fmla="*/ 457787 w 648000"/>
              <a:gd name="connsiteY60" fmla="*/ 425387 h 648000"/>
              <a:gd name="connsiteX61" fmla="*/ 504351 w 648000"/>
              <a:gd name="connsiteY61" fmla="*/ 425387 h 648000"/>
              <a:gd name="connsiteX62" fmla="*/ 504351 w 648000"/>
              <a:gd name="connsiteY62" fmla="*/ 332214 h 648000"/>
              <a:gd name="connsiteX63" fmla="*/ 457787 w 648000"/>
              <a:gd name="connsiteY63" fmla="*/ 332214 h 648000"/>
              <a:gd name="connsiteX64" fmla="*/ 457787 w 648000"/>
              <a:gd name="connsiteY64" fmla="*/ 425387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648000" h="648000">
                <a:moveTo>
                  <a:pt x="625851" y="601551"/>
                </a:moveTo>
                <a:cubicBezTo>
                  <a:pt x="637978" y="601551"/>
                  <a:pt x="648114" y="611641"/>
                  <a:pt x="648114" y="625851"/>
                </a:cubicBezTo>
                <a:cubicBezTo>
                  <a:pt x="647989" y="638093"/>
                  <a:pt x="638093" y="647989"/>
                  <a:pt x="625851" y="648114"/>
                </a:cubicBezTo>
                <a:lnTo>
                  <a:pt x="22331" y="648114"/>
                </a:lnTo>
                <a:cubicBezTo>
                  <a:pt x="10297" y="648114"/>
                  <a:pt x="114" y="637978"/>
                  <a:pt x="114" y="623814"/>
                </a:cubicBezTo>
                <a:cubicBezTo>
                  <a:pt x="114" y="611641"/>
                  <a:pt x="10251" y="601551"/>
                  <a:pt x="22377" y="601551"/>
                </a:cubicBezTo>
                <a:lnTo>
                  <a:pt x="56814" y="601551"/>
                </a:lnTo>
                <a:lnTo>
                  <a:pt x="56814" y="32514"/>
                </a:lnTo>
                <a:cubicBezTo>
                  <a:pt x="56814" y="14277"/>
                  <a:pt x="70977" y="114"/>
                  <a:pt x="89214" y="114"/>
                </a:cubicBezTo>
                <a:lnTo>
                  <a:pt x="386878" y="114"/>
                </a:lnTo>
                <a:cubicBezTo>
                  <a:pt x="405114" y="114"/>
                  <a:pt x="419278" y="14277"/>
                  <a:pt x="419278" y="32514"/>
                </a:cubicBezTo>
                <a:lnTo>
                  <a:pt x="419278" y="212751"/>
                </a:lnTo>
                <a:lnTo>
                  <a:pt x="546887" y="253251"/>
                </a:lnTo>
                <a:cubicBezTo>
                  <a:pt x="573178" y="261351"/>
                  <a:pt x="591414" y="285651"/>
                  <a:pt x="591414" y="313978"/>
                </a:cubicBezTo>
                <a:lnTo>
                  <a:pt x="591414" y="601551"/>
                </a:lnTo>
                <a:lnTo>
                  <a:pt x="625851" y="601551"/>
                </a:lnTo>
                <a:moveTo>
                  <a:pt x="267414" y="135731"/>
                </a:moveTo>
                <a:lnTo>
                  <a:pt x="267414" y="192431"/>
                </a:lnTo>
                <a:lnTo>
                  <a:pt x="358551" y="192431"/>
                </a:lnTo>
                <a:lnTo>
                  <a:pt x="358551" y="135777"/>
                </a:lnTo>
                <a:lnTo>
                  <a:pt x="267414" y="135777"/>
                </a:lnTo>
                <a:cubicBezTo>
                  <a:pt x="269451" y="133741"/>
                  <a:pt x="267414" y="133741"/>
                  <a:pt x="267414" y="135777"/>
                </a:cubicBezTo>
                <a:lnTo>
                  <a:pt x="267414" y="135731"/>
                </a:lnTo>
                <a:moveTo>
                  <a:pt x="208678" y="494168"/>
                </a:moveTo>
                <a:lnTo>
                  <a:pt x="208678" y="437514"/>
                </a:lnTo>
                <a:lnTo>
                  <a:pt x="117587" y="437514"/>
                </a:lnTo>
                <a:lnTo>
                  <a:pt x="117587" y="494214"/>
                </a:lnTo>
                <a:lnTo>
                  <a:pt x="208678" y="494214"/>
                </a:lnTo>
                <a:cubicBezTo>
                  <a:pt x="208678" y="496251"/>
                  <a:pt x="208678" y="494214"/>
                  <a:pt x="208678" y="494214"/>
                </a:cubicBezTo>
                <a:lnTo>
                  <a:pt x="208678" y="494168"/>
                </a:lnTo>
                <a:moveTo>
                  <a:pt x="117587" y="344341"/>
                </a:moveTo>
                <a:lnTo>
                  <a:pt x="208678" y="344341"/>
                </a:lnTo>
                <a:lnTo>
                  <a:pt x="208678" y="287687"/>
                </a:lnTo>
                <a:lnTo>
                  <a:pt x="117587" y="287687"/>
                </a:lnTo>
                <a:lnTo>
                  <a:pt x="117587" y="344434"/>
                </a:lnTo>
                <a:lnTo>
                  <a:pt x="117587" y="344341"/>
                </a:lnTo>
                <a:moveTo>
                  <a:pt x="117587" y="192524"/>
                </a:moveTo>
                <a:lnTo>
                  <a:pt x="208678" y="192524"/>
                </a:lnTo>
                <a:lnTo>
                  <a:pt x="208678" y="135731"/>
                </a:lnTo>
                <a:lnTo>
                  <a:pt x="117587" y="135731"/>
                </a:lnTo>
                <a:lnTo>
                  <a:pt x="117587" y="192431"/>
                </a:lnTo>
                <a:lnTo>
                  <a:pt x="117587" y="192524"/>
                </a:lnTo>
                <a:moveTo>
                  <a:pt x="267414" y="285651"/>
                </a:moveTo>
                <a:lnTo>
                  <a:pt x="267414" y="344387"/>
                </a:lnTo>
                <a:lnTo>
                  <a:pt x="358551" y="344387"/>
                </a:lnTo>
                <a:lnTo>
                  <a:pt x="358551" y="285604"/>
                </a:lnTo>
                <a:lnTo>
                  <a:pt x="267414" y="285604"/>
                </a:lnTo>
                <a:cubicBezTo>
                  <a:pt x="269451" y="285604"/>
                  <a:pt x="267414" y="285604"/>
                  <a:pt x="267414" y="285604"/>
                </a:cubicBezTo>
                <a:lnTo>
                  <a:pt x="267414" y="285651"/>
                </a:lnTo>
                <a:moveTo>
                  <a:pt x="360587" y="494214"/>
                </a:moveTo>
                <a:lnTo>
                  <a:pt x="360587" y="437514"/>
                </a:lnTo>
                <a:lnTo>
                  <a:pt x="269404" y="437514"/>
                </a:lnTo>
                <a:lnTo>
                  <a:pt x="269404" y="494214"/>
                </a:lnTo>
                <a:lnTo>
                  <a:pt x="360587" y="494214"/>
                </a:lnTo>
                <a:cubicBezTo>
                  <a:pt x="360587" y="496251"/>
                  <a:pt x="360587" y="494214"/>
                  <a:pt x="360587" y="494214"/>
                </a:cubicBezTo>
                <a:moveTo>
                  <a:pt x="457787" y="561051"/>
                </a:moveTo>
                <a:lnTo>
                  <a:pt x="504351" y="561051"/>
                </a:lnTo>
                <a:lnTo>
                  <a:pt x="504351" y="467878"/>
                </a:lnTo>
                <a:lnTo>
                  <a:pt x="457787" y="467878"/>
                </a:lnTo>
                <a:lnTo>
                  <a:pt x="457787" y="561051"/>
                </a:lnTo>
                <a:moveTo>
                  <a:pt x="457787" y="425387"/>
                </a:moveTo>
                <a:lnTo>
                  <a:pt x="504351" y="425387"/>
                </a:lnTo>
                <a:lnTo>
                  <a:pt x="504351" y="332214"/>
                </a:lnTo>
                <a:lnTo>
                  <a:pt x="457787" y="332214"/>
                </a:lnTo>
                <a:lnTo>
                  <a:pt x="457787" y="425387"/>
                </a:lnTo>
              </a:path>
            </a:pathLst>
          </a:custGeom>
          <a:solidFill>
            <a:schemeClr val="accent1"/>
          </a:solidFill>
          <a:ln w="23131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sz="3600"/>
              <a:t>Problem Statement &amp; Interference Constraints</a:t>
            </a:r>
            <a:endParaRPr sz="3600"/>
          </a:p>
        </p:txBody>
      </p:sp>
      <p:sp>
        <p:nvSpPr>
          <p:cNvPr id="7" name="任意多边形 19"/>
          <p:cNvSpPr/>
          <p:nvPr>
            <p:custDataLst>
              <p:tags r:id="rId2"/>
            </p:custDataLst>
          </p:nvPr>
        </p:nvSpPr>
        <p:spPr>
          <a:xfrm>
            <a:off x="950117" y="3018101"/>
            <a:ext cx="5031399" cy="1384683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•  Hidden Terminal Interference (2-Hop): Common 1-hop neighbors cause collisions at receiver.</a:t>
            </a:r>
            <a:endParaRPr 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任意多边形 22"/>
          <p:cNvSpPr/>
          <p:nvPr>
            <p:custDataLst>
              <p:tags r:id="rId3"/>
            </p:custDataLst>
          </p:nvPr>
        </p:nvSpPr>
        <p:spPr>
          <a:xfrm>
            <a:off x="950117" y="4677048"/>
            <a:ext cx="5031399" cy="1384683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•  Distance-2 Graph Coloring is required: Edges added between all nodes within 2 hops in G.</a:t>
            </a:r>
            <a:endParaRPr 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任意多边形 5"/>
          <p:cNvSpPr/>
          <p:nvPr>
            <p:custDataLst>
              <p:tags r:id="rId4"/>
            </p:custDataLst>
          </p:nvPr>
        </p:nvSpPr>
        <p:spPr>
          <a:xfrm>
            <a:off x="950117" y="1359789"/>
            <a:ext cx="5031399" cy="1382984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Why Ordinary Graph Coloring is Insufficient</a:t>
            </a:r>
            <a:endParaRPr 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椭圆 4"/>
          <p:cNvSpPr/>
          <p:nvPr>
            <p:custDataLst>
              <p:tags r:id="rId5"/>
            </p:custDataLst>
          </p:nvPr>
        </p:nvSpPr>
        <p:spPr>
          <a:xfrm>
            <a:off x="703337" y="1727104"/>
            <a:ext cx="647492" cy="6474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1" name="椭圆 21"/>
          <p:cNvSpPr/>
          <p:nvPr>
            <p:custDataLst>
              <p:tags r:id="rId6"/>
            </p:custDataLst>
          </p:nvPr>
        </p:nvSpPr>
        <p:spPr>
          <a:xfrm>
            <a:off x="703337" y="3385417"/>
            <a:ext cx="647492" cy="6474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任意多边形 27"/>
          <p:cNvSpPr/>
          <p:nvPr>
            <p:custDataLst>
              <p:tags r:id="rId7"/>
            </p:custDataLst>
          </p:nvPr>
        </p:nvSpPr>
        <p:spPr>
          <a:xfrm>
            <a:off x="6467463" y="1359789"/>
            <a:ext cx="5031399" cy="1382984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•  Direct Interference (1-Hop): Adjacent nodes within radio range cannot share a slot.</a:t>
            </a:r>
            <a:endParaRPr lang="en-US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椭圆 24"/>
          <p:cNvSpPr/>
          <p:nvPr>
            <p:custDataLst>
              <p:tags r:id="rId8"/>
            </p:custDataLst>
          </p:nvPr>
        </p:nvSpPr>
        <p:spPr>
          <a:xfrm>
            <a:off x="703337" y="5043729"/>
            <a:ext cx="647492" cy="6474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05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椭圆 28"/>
          <p:cNvSpPr/>
          <p:nvPr>
            <p:custDataLst>
              <p:tags r:id="rId9"/>
            </p:custDataLst>
          </p:nvPr>
        </p:nvSpPr>
        <p:spPr>
          <a:xfrm>
            <a:off x="6220683" y="1727104"/>
            <a:ext cx="647492" cy="6474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7" name="任意多边形 2"/>
          <p:cNvSpPr/>
          <p:nvPr>
            <p:custDataLst>
              <p:tags r:id="rId10"/>
            </p:custDataLst>
          </p:nvPr>
        </p:nvSpPr>
        <p:spPr>
          <a:xfrm>
            <a:off x="6468098" y="3018736"/>
            <a:ext cx="5031399" cy="1382984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•  Ordinary Graph Coloring solves 1-hop conflicts only — leaves hidden terminals unaddressed.</a:t>
            </a:r>
            <a:endParaRPr lang="en-US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8" name="椭圆 3"/>
          <p:cNvSpPr/>
          <p:nvPr>
            <p:custDataLst>
              <p:tags r:id="rId11"/>
            </p:custDataLst>
          </p:nvPr>
        </p:nvSpPr>
        <p:spPr>
          <a:xfrm>
            <a:off x="6221317" y="3386051"/>
            <a:ext cx="647492" cy="64749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z="3600" spc="0" dirty="0">
                <a:solidFill>
                  <a:schemeClr val="tx1"/>
                </a:solidFill>
                <a:latin typeface="+mj-lt"/>
              </a:rPr>
              <a:t>Mathematical Formulation &amp; NP-Hardness</a:t>
            </a:r>
            <a:endParaRPr lang="en-US" sz="3600" spc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任意多边形: 形状 20"/>
          <p:cNvSpPr/>
          <p:nvPr>
            <p:custDataLst>
              <p:tags r:id="rId2"/>
            </p:custDataLst>
          </p:nvPr>
        </p:nvSpPr>
        <p:spPr>
          <a:xfrm>
            <a:off x="2944555" y="3321769"/>
            <a:ext cx="2259030" cy="1956378"/>
          </a:xfrm>
          <a:custGeom>
            <a:avLst/>
            <a:gdLst/>
            <a:ahLst/>
            <a:cxnLst/>
            <a:rect l="0" t="0" r="0" b="0"/>
            <a:pathLst>
              <a:path w="3619501" h="3134579">
                <a:moveTo>
                  <a:pt x="904875" y="3134578"/>
                </a:moveTo>
                <a:lnTo>
                  <a:pt x="2714625" y="3134578"/>
                </a:lnTo>
                <a:lnTo>
                  <a:pt x="3619500" y="1567289"/>
                </a:lnTo>
                <a:lnTo>
                  <a:pt x="2714625" y="0"/>
                </a:lnTo>
                <a:lnTo>
                  <a:pt x="904875" y="0"/>
                </a:lnTo>
                <a:lnTo>
                  <a:pt x="0" y="1567289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  <a:effectLst>
            <a:outerShdw blurRad="317500" dist="190500" dir="2700000" algn="tl" rotWithShape="0">
              <a:schemeClr val="accent2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13" name="任意多边形: 形状 30"/>
          <p:cNvSpPr/>
          <p:nvPr>
            <p:custDataLst>
              <p:tags r:id="rId3"/>
            </p:custDataLst>
          </p:nvPr>
        </p:nvSpPr>
        <p:spPr>
          <a:xfrm>
            <a:off x="711013" y="1975681"/>
            <a:ext cx="2595603" cy="2331668"/>
          </a:xfrm>
          <a:custGeom>
            <a:avLst/>
            <a:gdLst>
              <a:gd name="connsiteX0" fmla="*/ 646744 w 2493990"/>
              <a:gd name="connsiteY0" fmla="*/ 0 h 2240387"/>
              <a:gd name="connsiteX1" fmla="*/ 1940233 w 2493990"/>
              <a:gd name="connsiteY1" fmla="*/ 0 h 2240387"/>
              <a:gd name="connsiteX2" fmla="*/ 2493990 w 2493990"/>
              <a:gd name="connsiteY2" fmla="*/ 959135 h 2240387"/>
              <a:gd name="connsiteX3" fmla="*/ 2493990 w 2493990"/>
              <a:gd name="connsiteY3" fmla="*/ 1287748 h 2240387"/>
              <a:gd name="connsiteX4" fmla="*/ 2483516 w 2493990"/>
              <a:gd name="connsiteY4" fmla="*/ 1305700 h 2240387"/>
              <a:gd name="connsiteX5" fmla="*/ 1940233 w 2493990"/>
              <a:gd name="connsiteY5" fmla="*/ 2240387 h 2240387"/>
              <a:gd name="connsiteX6" fmla="*/ 646744 w 2493990"/>
              <a:gd name="connsiteY6" fmla="*/ 2240387 h 2240387"/>
              <a:gd name="connsiteX7" fmla="*/ 0 w 2493990"/>
              <a:gd name="connsiteY7" fmla="*/ 1120194 h 2240387"/>
              <a:gd name="connsiteX0-1" fmla="*/ 646744 w 2493990"/>
              <a:gd name="connsiteY0-2" fmla="*/ 0 h 2240387"/>
              <a:gd name="connsiteX1-3" fmla="*/ 1940233 w 2493990"/>
              <a:gd name="connsiteY1-4" fmla="*/ 0 h 2240387"/>
              <a:gd name="connsiteX2-5" fmla="*/ 2493990 w 2493990"/>
              <a:gd name="connsiteY2-6" fmla="*/ 959135 h 2240387"/>
              <a:gd name="connsiteX3-7" fmla="*/ 2493384 w 2493990"/>
              <a:gd name="connsiteY3-8" fmla="*/ 1135566 h 2240387"/>
              <a:gd name="connsiteX4-9" fmla="*/ 2493990 w 2493990"/>
              <a:gd name="connsiteY4-10" fmla="*/ 1287748 h 2240387"/>
              <a:gd name="connsiteX5-11" fmla="*/ 2483516 w 2493990"/>
              <a:gd name="connsiteY5-12" fmla="*/ 1305700 h 2240387"/>
              <a:gd name="connsiteX6-13" fmla="*/ 1940233 w 2493990"/>
              <a:gd name="connsiteY6-14" fmla="*/ 2240387 h 2240387"/>
              <a:gd name="connsiteX7-15" fmla="*/ 646744 w 2493990"/>
              <a:gd name="connsiteY7-16" fmla="*/ 2240387 h 2240387"/>
              <a:gd name="connsiteX8" fmla="*/ 0 w 2493990"/>
              <a:gd name="connsiteY8" fmla="*/ 1120194 h 2240387"/>
              <a:gd name="connsiteX9" fmla="*/ 646744 w 2493990"/>
              <a:gd name="connsiteY9" fmla="*/ 0 h 2240387"/>
              <a:gd name="connsiteX0-17" fmla="*/ 646744 w 2493990"/>
              <a:gd name="connsiteY0-18" fmla="*/ 0 h 2240387"/>
              <a:gd name="connsiteX1-19" fmla="*/ 1940233 w 2493990"/>
              <a:gd name="connsiteY1-20" fmla="*/ 0 h 2240387"/>
              <a:gd name="connsiteX2-21" fmla="*/ 2493990 w 2493990"/>
              <a:gd name="connsiteY2-22" fmla="*/ 959135 h 2240387"/>
              <a:gd name="connsiteX3-23" fmla="*/ 2493384 w 2493990"/>
              <a:gd name="connsiteY3-24" fmla="*/ 1135566 h 2240387"/>
              <a:gd name="connsiteX4-25" fmla="*/ 2493990 w 2493990"/>
              <a:gd name="connsiteY4-26" fmla="*/ 1287748 h 2240387"/>
              <a:gd name="connsiteX5-27" fmla="*/ 2483516 w 2493990"/>
              <a:gd name="connsiteY5-28" fmla="*/ 1305700 h 2240387"/>
              <a:gd name="connsiteX6-29" fmla="*/ 1940233 w 2493990"/>
              <a:gd name="connsiteY6-30" fmla="*/ 2240387 h 2240387"/>
              <a:gd name="connsiteX7-31" fmla="*/ 646744 w 2493990"/>
              <a:gd name="connsiteY7-32" fmla="*/ 2240387 h 2240387"/>
              <a:gd name="connsiteX8-33" fmla="*/ 0 w 2493990"/>
              <a:gd name="connsiteY8-34" fmla="*/ 1120194 h 2240387"/>
              <a:gd name="connsiteX9-35" fmla="*/ 646744 w 2493990"/>
              <a:gd name="connsiteY9-36" fmla="*/ 0 h 2240387"/>
              <a:gd name="connsiteX0-37" fmla="*/ 2493384 w 2584824"/>
              <a:gd name="connsiteY0-38" fmla="*/ 1135566 h 2240387"/>
              <a:gd name="connsiteX1-39" fmla="*/ 2493990 w 2584824"/>
              <a:gd name="connsiteY1-40" fmla="*/ 1287748 h 2240387"/>
              <a:gd name="connsiteX2-41" fmla="*/ 2483516 w 2584824"/>
              <a:gd name="connsiteY2-42" fmla="*/ 1305700 h 2240387"/>
              <a:gd name="connsiteX3-43" fmla="*/ 1940233 w 2584824"/>
              <a:gd name="connsiteY3-44" fmla="*/ 2240387 h 2240387"/>
              <a:gd name="connsiteX4-45" fmla="*/ 646744 w 2584824"/>
              <a:gd name="connsiteY4-46" fmla="*/ 2240387 h 2240387"/>
              <a:gd name="connsiteX5-47" fmla="*/ 0 w 2584824"/>
              <a:gd name="connsiteY5-48" fmla="*/ 1120194 h 2240387"/>
              <a:gd name="connsiteX6-49" fmla="*/ 646744 w 2584824"/>
              <a:gd name="connsiteY6-50" fmla="*/ 0 h 2240387"/>
              <a:gd name="connsiteX7-51" fmla="*/ 1940233 w 2584824"/>
              <a:gd name="connsiteY7-52" fmla="*/ 0 h 2240387"/>
              <a:gd name="connsiteX8-53" fmla="*/ 2493990 w 2584824"/>
              <a:gd name="connsiteY8-54" fmla="*/ 959135 h 2240387"/>
              <a:gd name="connsiteX9-55" fmla="*/ 2584824 w 2584824"/>
              <a:gd name="connsiteY9-56" fmla="*/ 1227006 h 2240387"/>
              <a:gd name="connsiteX0-57" fmla="*/ 2493384 w 2493990"/>
              <a:gd name="connsiteY0-58" fmla="*/ 1135566 h 2240387"/>
              <a:gd name="connsiteX1-59" fmla="*/ 2493990 w 2493990"/>
              <a:gd name="connsiteY1-60" fmla="*/ 1287748 h 2240387"/>
              <a:gd name="connsiteX2-61" fmla="*/ 2483516 w 2493990"/>
              <a:gd name="connsiteY2-62" fmla="*/ 1305700 h 2240387"/>
              <a:gd name="connsiteX3-63" fmla="*/ 1940233 w 2493990"/>
              <a:gd name="connsiteY3-64" fmla="*/ 2240387 h 2240387"/>
              <a:gd name="connsiteX4-65" fmla="*/ 646744 w 2493990"/>
              <a:gd name="connsiteY4-66" fmla="*/ 2240387 h 2240387"/>
              <a:gd name="connsiteX5-67" fmla="*/ 0 w 2493990"/>
              <a:gd name="connsiteY5-68" fmla="*/ 1120194 h 2240387"/>
              <a:gd name="connsiteX6-69" fmla="*/ 646744 w 2493990"/>
              <a:gd name="connsiteY6-70" fmla="*/ 0 h 2240387"/>
              <a:gd name="connsiteX7-71" fmla="*/ 1940233 w 2493990"/>
              <a:gd name="connsiteY7-72" fmla="*/ 0 h 2240387"/>
              <a:gd name="connsiteX8-73" fmla="*/ 2493990 w 2493990"/>
              <a:gd name="connsiteY8-74" fmla="*/ 959135 h 2240387"/>
              <a:gd name="connsiteX0-75" fmla="*/ 2493990 w 2493990"/>
              <a:gd name="connsiteY0-76" fmla="*/ 1287748 h 2240387"/>
              <a:gd name="connsiteX1-77" fmla="*/ 2483516 w 2493990"/>
              <a:gd name="connsiteY1-78" fmla="*/ 1305700 h 2240387"/>
              <a:gd name="connsiteX2-79" fmla="*/ 1940233 w 2493990"/>
              <a:gd name="connsiteY2-80" fmla="*/ 2240387 h 2240387"/>
              <a:gd name="connsiteX3-81" fmla="*/ 646744 w 2493990"/>
              <a:gd name="connsiteY3-82" fmla="*/ 2240387 h 2240387"/>
              <a:gd name="connsiteX4-83" fmla="*/ 0 w 2493990"/>
              <a:gd name="connsiteY4-84" fmla="*/ 1120194 h 2240387"/>
              <a:gd name="connsiteX5-85" fmla="*/ 646744 w 2493990"/>
              <a:gd name="connsiteY5-86" fmla="*/ 0 h 2240387"/>
              <a:gd name="connsiteX6-87" fmla="*/ 1940233 w 2493990"/>
              <a:gd name="connsiteY6-88" fmla="*/ 0 h 2240387"/>
              <a:gd name="connsiteX7-89" fmla="*/ 2493990 w 2493990"/>
              <a:gd name="connsiteY7-90" fmla="*/ 959135 h 2240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93990" h="2240387">
                <a:moveTo>
                  <a:pt x="2493990" y="1287748"/>
                </a:moveTo>
                <a:lnTo>
                  <a:pt x="2483516" y="1305700"/>
                </a:lnTo>
                <a:lnTo>
                  <a:pt x="1940233" y="2240387"/>
                </a:lnTo>
                <a:lnTo>
                  <a:pt x="646744" y="2240387"/>
                </a:lnTo>
                <a:lnTo>
                  <a:pt x="0" y="1120194"/>
                </a:lnTo>
                <a:lnTo>
                  <a:pt x="646744" y="0"/>
                </a:lnTo>
                <a:lnTo>
                  <a:pt x="1940233" y="0"/>
                </a:lnTo>
                <a:lnTo>
                  <a:pt x="2493990" y="959135"/>
                </a:lnTo>
              </a:path>
            </a:pathLst>
          </a:custGeom>
          <a:noFill/>
          <a:ln w="25400">
            <a:solidFill>
              <a:schemeClr val="accent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任意多边形: 形状 38"/>
          <p:cNvSpPr/>
          <p:nvPr>
            <p:custDataLst>
              <p:tags r:id="rId4"/>
            </p:custDataLst>
          </p:nvPr>
        </p:nvSpPr>
        <p:spPr>
          <a:xfrm>
            <a:off x="8788177" y="1975681"/>
            <a:ext cx="2692378" cy="2331668"/>
          </a:xfrm>
          <a:custGeom>
            <a:avLst/>
            <a:gdLst>
              <a:gd name="connsiteX0" fmla="*/ 646744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736693 w 2586977"/>
              <a:gd name="connsiteY4" fmla="*/ 2240387 h 2240387"/>
              <a:gd name="connsiteX5" fmla="*/ 736693 w 2586977"/>
              <a:gd name="connsiteY5" fmla="*/ 1726018 h 2240387"/>
              <a:gd name="connsiteX6" fmla="*/ 561841 w 2586977"/>
              <a:gd name="connsiteY6" fmla="*/ 1726018 h 2240387"/>
              <a:gd name="connsiteX7" fmla="*/ 561841 w 2586977"/>
              <a:gd name="connsiteY7" fmla="*/ 2093331 h 2240387"/>
              <a:gd name="connsiteX8" fmla="*/ 0 w 2586977"/>
              <a:gd name="connsiteY8" fmla="*/ 1120194 h 2240387"/>
              <a:gd name="connsiteX0-1" fmla="*/ 736693 w 2586977"/>
              <a:gd name="connsiteY0-2" fmla="*/ 1726018 h 2240387"/>
              <a:gd name="connsiteX1-3" fmla="*/ 561841 w 2586977"/>
              <a:gd name="connsiteY1-4" fmla="*/ 1726018 h 2240387"/>
              <a:gd name="connsiteX2-5" fmla="*/ 561841 w 2586977"/>
              <a:gd name="connsiteY2-6" fmla="*/ 2093331 h 2240387"/>
              <a:gd name="connsiteX3-7" fmla="*/ 0 w 2586977"/>
              <a:gd name="connsiteY3-8" fmla="*/ 1120194 h 2240387"/>
              <a:gd name="connsiteX4-9" fmla="*/ 646744 w 2586977"/>
              <a:gd name="connsiteY4-10" fmla="*/ 0 h 2240387"/>
              <a:gd name="connsiteX5-11" fmla="*/ 1940233 w 2586977"/>
              <a:gd name="connsiteY5-12" fmla="*/ 0 h 2240387"/>
              <a:gd name="connsiteX6-13" fmla="*/ 2586977 w 2586977"/>
              <a:gd name="connsiteY6-14" fmla="*/ 1120194 h 2240387"/>
              <a:gd name="connsiteX7-15" fmla="*/ 1940233 w 2586977"/>
              <a:gd name="connsiteY7-16" fmla="*/ 2240387 h 2240387"/>
              <a:gd name="connsiteX8-17" fmla="*/ 736693 w 2586977"/>
              <a:gd name="connsiteY8-18" fmla="*/ 2240387 h 2240387"/>
              <a:gd name="connsiteX9" fmla="*/ 828133 w 2586977"/>
              <a:gd name="connsiteY9" fmla="*/ 1817458 h 2240387"/>
              <a:gd name="connsiteX0-19" fmla="*/ 736693 w 2586977"/>
              <a:gd name="connsiteY0-20" fmla="*/ 1726018 h 2240387"/>
              <a:gd name="connsiteX1-21" fmla="*/ 561841 w 2586977"/>
              <a:gd name="connsiteY1-22" fmla="*/ 1726018 h 2240387"/>
              <a:gd name="connsiteX2-23" fmla="*/ 561841 w 2586977"/>
              <a:gd name="connsiteY2-24" fmla="*/ 2093331 h 2240387"/>
              <a:gd name="connsiteX3-25" fmla="*/ 0 w 2586977"/>
              <a:gd name="connsiteY3-26" fmla="*/ 1120194 h 2240387"/>
              <a:gd name="connsiteX4-27" fmla="*/ 646744 w 2586977"/>
              <a:gd name="connsiteY4-28" fmla="*/ 0 h 2240387"/>
              <a:gd name="connsiteX5-29" fmla="*/ 1940233 w 2586977"/>
              <a:gd name="connsiteY5-30" fmla="*/ 0 h 2240387"/>
              <a:gd name="connsiteX6-31" fmla="*/ 2586977 w 2586977"/>
              <a:gd name="connsiteY6-32" fmla="*/ 1120194 h 2240387"/>
              <a:gd name="connsiteX7-33" fmla="*/ 1940233 w 2586977"/>
              <a:gd name="connsiteY7-34" fmla="*/ 2240387 h 2240387"/>
              <a:gd name="connsiteX8-35" fmla="*/ 736693 w 2586977"/>
              <a:gd name="connsiteY8-36" fmla="*/ 2240387 h 2240387"/>
              <a:gd name="connsiteX0-37" fmla="*/ 561841 w 2586977"/>
              <a:gd name="connsiteY0-38" fmla="*/ 1726018 h 2240387"/>
              <a:gd name="connsiteX1-39" fmla="*/ 561841 w 2586977"/>
              <a:gd name="connsiteY1-40" fmla="*/ 2093331 h 2240387"/>
              <a:gd name="connsiteX2-41" fmla="*/ 0 w 2586977"/>
              <a:gd name="connsiteY2-42" fmla="*/ 1120194 h 2240387"/>
              <a:gd name="connsiteX3-43" fmla="*/ 646744 w 2586977"/>
              <a:gd name="connsiteY3-44" fmla="*/ 0 h 2240387"/>
              <a:gd name="connsiteX4-45" fmla="*/ 1940233 w 2586977"/>
              <a:gd name="connsiteY4-46" fmla="*/ 0 h 2240387"/>
              <a:gd name="connsiteX5-47" fmla="*/ 2586977 w 2586977"/>
              <a:gd name="connsiteY5-48" fmla="*/ 1120194 h 2240387"/>
              <a:gd name="connsiteX6-49" fmla="*/ 1940233 w 2586977"/>
              <a:gd name="connsiteY6-50" fmla="*/ 2240387 h 2240387"/>
              <a:gd name="connsiteX7-51" fmla="*/ 736693 w 2586977"/>
              <a:gd name="connsiteY7-52" fmla="*/ 2240387 h 2240387"/>
              <a:gd name="connsiteX0-53" fmla="*/ 561841 w 2586977"/>
              <a:gd name="connsiteY0-54" fmla="*/ 2093331 h 2240387"/>
              <a:gd name="connsiteX1-55" fmla="*/ 0 w 2586977"/>
              <a:gd name="connsiteY1-56" fmla="*/ 1120194 h 2240387"/>
              <a:gd name="connsiteX2-57" fmla="*/ 646744 w 2586977"/>
              <a:gd name="connsiteY2-58" fmla="*/ 0 h 2240387"/>
              <a:gd name="connsiteX3-59" fmla="*/ 1940233 w 2586977"/>
              <a:gd name="connsiteY3-60" fmla="*/ 0 h 2240387"/>
              <a:gd name="connsiteX4-61" fmla="*/ 2586977 w 2586977"/>
              <a:gd name="connsiteY4-62" fmla="*/ 1120194 h 2240387"/>
              <a:gd name="connsiteX5-63" fmla="*/ 1940233 w 2586977"/>
              <a:gd name="connsiteY5-64" fmla="*/ 2240387 h 2240387"/>
              <a:gd name="connsiteX6-65" fmla="*/ 736693 w 2586977"/>
              <a:gd name="connsiteY6-66" fmla="*/ 2240387 h 2240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586977" h="2240387">
                <a:moveTo>
                  <a:pt x="561841" y="2093331"/>
                </a:moveTo>
                <a:lnTo>
                  <a:pt x="0" y="1120194"/>
                </a:lnTo>
                <a:lnTo>
                  <a:pt x="646744" y="0"/>
                </a:lnTo>
                <a:lnTo>
                  <a:pt x="1940233" y="0"/>
                </a:lnTo>
                <a:lnTo>
                  <a:pt x="2586977" y="1120194"/>
                </a:lnTo>
                <a:lnTo>
                  <a:pt x="1940233" y="2240387"/>
                </a:lnTo>
                <a:lnTo>
                  <a:pt x="736693" y="2240387"/>
                </a:lnTo>
              </a:path>
            </a:pathLst>
          </a:cu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任意多边形: 形状 36"/>
          <p:cNvSpPr/>
          <p:nvPr>
            <p:custDataLst>
              <p:tags r:id="rId5"/>
            </p:custDataLst>
          </p:nvPr>
        </p:nvSpPr>
        <p:spPr>
          <a:xfrm>
            <a:off x="4749912" y="1975681"/>
            <a:ext cx="2600694" cy="2331668"/>
          </a:xfrm>
          <a:custGeom>
            <a:avLst/>
            <a:gdLst>
              <a:gd name="connsiteX0" fmla="*/ 646745 w 2498882"/>
              <a:gd name="connsiteY0" fmla="*/ 0 h 2240387"/>
              <a:gd name="connsiteX1" fmla="*/ 1940233 w 2498882"/>
              <a:gd name="connsiteY1" fmla="*/ 0 h 2240387"/>
              <a:gd name="connsiteX2" fmla="*/ 2498882 w 2498882"/>
              <a:gd name="connsiteY2" fmla="*/ 967609 h 2240387"/>
              <a:gd name="connsiteX3" fmla="*/ 2498882 w 2498882"/>
              <a:gd name="connsiteY3" fmla="*/ 1272779 h 2240387"/>
              <a:gd name="connsiteX4" fmla="*/ 1940233 w 2498882"/>
              <a:gd name="connsiteY4" fmla="*/ 2240387 h 2240387"/>
              <a:gd name="connsiteX5" fmla="*/ 646745 w 2498882"/>
              <a:gd name="connsiteY5" fmla="*/ 2240387 h 2240387"/>
              <a:gd name="connsiteX6" fmla="*/ 0 w 2498882"/>
              <a:gd name="connsiteY6" fmla="*/ 1120194 h 2240387"/>
              <a:gd name="connsiteX0-1" fmla="*/ 646745 w 2498882"/>
              <a:gd name="connsiteY0-2" fmla="*/ 0 h 2240387"/>
              <a:gd name="connsiteX1-3" fmla="*/ 1940233 w 2498882"/>
              <a:gd name="connsiteY1-4" fmla="*/ 0 h 2240387"/>
              <a:gd name="connsiteX2-5" fmla="*/ 2498882 w 2498882"/>
              <a:gd name="connsiteY2-6" fmla="*/ 967609 h 2240387"/>
              <a:gd name="connsiteX3-7" fmla="*/ 2493887 w 2498882"/>
              <a:gd name="connsiteY3-8" fmla="*/ 1110572 h 2240387"/>
              <a:gd name="connsiteX4-9" fmla="*/ 2498882 w 2498882"/>
              <a:gd name="connsiteY4-10" fmla="*/ 1272779 h 2240387"/>
              <a:gd name="connsiteX5-11" fmla="*/ 1940233 w 2498882"/>
              <a:gd name="connsiteY5-12" fmla="*/ 2240387 h 2240387"/>
              <a:gd name="connsiteX6-13" fmla="*/ 646745 w 2498882"/>
              <a:gd name="connsiteY6-14" fmla="*/ 2240387 h 2240387"/>
              <a:gd name="connsiteX7" fmla="*/ 0 w 2498882"/>
              <a:gd name="connsiteY7" fmla="*/ 1120194 h 2240387"/>
              <a:gd name="connsiteX8" fmla="*/ 646745 w 2498882"/>
              <a:gd name="connsiteY8" fmla="*/ 0 h 2240387"/>
              <a:gd name="connsiteX0-15" fmla="*/ 2493887 w 2585327"/>
              <a:gd name="connsiteY0-16" fmla="*/ 1110572 h 2240387"/>
              <a:gd name="connsiteX1-17" fmla="*/ 2498882 w 2585327"/>
              <a:gd name="connsiteY1-18" fmla="*/ 1272779 h 2240387"/>
              <a:gd name="connsiteX2-19" fmla="*/ 1940233 w 2585327"/>
              <a:gd name="connsiteY2-20" fmla="*/ 2240387 h 2240387"/>
              <a:gd name="connsiteX3-21" fmla="*/ 646745 w 2585327"/>
              <a:gd name="connsiteY3-22" fmla="*/ 2240387 h 2240387"/>
              <a:gd name="connsiteX4-23" fmla="*/ 0 w 2585327"/>
              <a:gd name="connsiteY4-24" fmla="*/ 1120194 h 2240387"/>
              <a:gd name="connsiteX5-25" fmla="*/ 646745 w 2585327"/>
              <a:gd name="connsiteY5-26" fmla="*/ 0 h 2240387"/>
              <a:gd name="connsiteX6-27" fmla="*/ 1940233 w 2585327"/>
              <a:gd name="connsiteY6-28" fmla="*/ 0 h 2240387"/>
              <a:gd name="connsiteX7-29" fmla="*/ 2498882 w 2585327"/>
              <a:gd name="connsiteY7-30" fmla="*/ 967609 h 2240387"/>
              <a:gd name="connsiteX8-31" fmla="*/ 2585327 w 2585327"/>
              <a:gd name="connsiteY8-32" fmla="*/ 1202012 h 2240387"/>
              <a:gd name="connsiteX0-33" fmla="*/ 2493887 w 2498882"/>
              <a:gd name="connsiteY0-34" fmla="*/ 1110572 h 2240387"/>
              <a:gd name="connsiteX1-35" fmla="*/ 2498882 w 2498882"/>
              <a:gd name="connsiteY1-36" fmla="*/ 1272779 h 2240387"/>
              <a:gd name="connsiteX2-37" fmla="*/ 1940233 w 2498882"/>
              <a:gd name="connsiteY2-38" fmla="*/ 2240387 h 2240387"/>
              <a:gd name="connsiteX3-39" fmla="*/ 646745 w 2498882"/>
              <a:gd name="connsiteY3-40" fmla="*/ 2240387 h 2240387"/>
              <a:gd name="connsiteX4-41" fmla="*/ 0 w 2498882"/>
              <a:gd name="connsiteY4-42" fmla="*/ 1120194 h 2240387"/>
              <a:gd name="connsiteX5-43" fmla="*/ 646745 w 2498882"/>
              <a:gd name="connsiteY5-44" fmla="*/ 0 h 2240387"/>
              <a:gd name="connsiteX6-45" fmla="*/ 1940233 w 2498882"/>
              <a:gd name="connsiteY6-46" fmla="*/ 0 h 2240387"/>
              <a:gd name="connsiteX7-47" fmla="*/ 2498882 w 2498882"/>
              <a:gd name="connsiteY7-48" fmla="*/ 967609 h 2240387"/>
              <a:gd name="connsiteX0-49" fmla="*/ 2498882 w 2498882"/>
              <a:gd name="connsiteY0-50" fmla="*/ 1272779 h 2240387"/>
              <a:gd name="connsiteX1-51" fmla="*/ 1940233 w 2498882"/>
              <a:gd name="connsiteY1-52" fmla="*/ 2240387 h 2240387"/>
              <a:gd name="connsiteX2-53" fmla="*/ 646745 w 2498882"/>
              <a:gd name="connsiteY2-54" fmla="*/ 2240387 h 2240387"/>
              <a:gd name="connsiteX3-55" fmla="*/ 0 w 2498882"/>
              <a:gd name="connsiteY3-56" fmla="*/ 1120194 h 2240387"/>
              <a:gd name="connsiteX4-57" fmla="*/ 646745 w 2498882"/>
              <a:gd name="connsiteY4-58" fmla="*/ 0 h 2240387"/>
              <a:gd name="connsiteX5-59" fmla="*/ 1940233 w 2498882"/>
              <a:gd name="connsiteY5-60" fmla="*/ 0 h 2240387"/>
              <a:gd name="connsiteX6-61" fmla="*/ 2498882 w 2498882"/>
              <a:gd name="connsiteY6-62" fmla="*/ 967609 h 2240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498882" h="2240387">
                <a:moveTo>
                  <a:pt x="2498882" y="1272779"/>
                </a:moveTo>
                <a:lnTo>
                  <a:pt x="1940233" y="2240387"/>
                </a:lnTo>
                <a:lnTo>
                  <a:pt x="646745" y="2240387"/>
                </a:lnTo>
                <a:lnTo>
                  <a:pt x="0" y="1120194"/>
                </a:lnTo>
                <a:lnTo>
                  <a:pt x="646745" y="0"/>
                </a:lnTo>
                <a:lnTo>
                  <a:pt x="1940233" y="0"/>
                </a:lnTo>
                <a:lnTo>
                  <a:pt x="2498882" y="967609"/>
                </a:lnTo>
              </a:path>
            </a:pathLst>
          </a:custGeom>
          <a:noFill/>
          <a:ln w="25400">
            <a:solidFill>
              <a:schemeClr val="accent3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任意多边形: 形状 17"/>
          <p:cNvSpPr/>
          <p:nvPr>
            <p:custDataLst>
              <p:tags r:id="rId6"/>
            </p:custDataLst>
          </p:nvPr>
        </p:nvSpPr>
        <p:spPr>
          <a:xfrm>
            <a:off x="917811" y="2152030"/>
            <a:ext cx="2259030" cy="1956378"/>
          </a:xfrm>
          <a:custGeom>
            <a:avLst/>
            <a:gdLst/>
            <a:ahLst/>
            <a:cxnLst/>
            <a:rect l="0" t="0" r="0" b="0"/>
            <a:pathLst>
              <a:path w="3619501" h="3134579">
                <a:moveTo>
                  <a:pt x="904875" y="3134578"/>
                </a:moveTo>
                <a:lnTo>
                  <a:pt x="2714625" y="3134578"/>
                </a:lnTo>
                <a:lnTo>
                  <a:pt x="3619500" y="1567289"/>
                </a:lnTo>
                <a:lnTo>
                  <a:pt x="2714625" y="0"/>
                </a:lnTo>
                <a:lnTo>
                  <a:pt x="904875" y="0"/>
                </a:lnTo>
                <a:lnTo>
                  <a:pt x="0" y="1567289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  <a:effectLst>
            <a:outerShdw blurRad="317500" dist="190500" dir="2700000" algn="tl" rotWithShape="0">
              <a:schemeClr val="accent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任意多边形: 形状 18"/>
          <p:cNvSpPr/>
          <p:nvPr>
            <p:custDataLst>
              <p:tags r:id="rId7"/>
            </p:custDataLst>
          </p:nvPr>
        </p:nvSpPr>
        <p:spPr>
          <a:xfrm>
            <a:off x="9022886" y="2152030"/>
            <a:ext cx="2259030" cy="1956378"/>
          </a:xfrm>
          <a:custGeom>
            <a:avLst/>
            <a:gdLst/>
            <a:ahLst/>
            <a:cxnLst/>
            <a:rect l="0" t="0" r="0" b="0"/>
            <a:pathLst>
              <a:path w="3619501" h="3134579">
                <a:moveTo>
                  <a:pt x="904875" y="3134578"/>
                </a:moveTo>
                <a:lnTo>
                  <a:pt x="2714625" y="3134578"/>
                </a:lnTo>
                <a:lnTo>
                  <a:pt x="3619500" y="1567289"/>
                </a:lnTo>
                <a:lnTo>
                  <a:pt x="2714625" y="0"/>
                </a:lnTo>
                <a:lnTo>
                  <a:pt x="904875" y="0"/>
                </a:lnTo>
                <a:lnTo>
                  <a:pt x="0" y="1567289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  <a:effectLst>
            <a:outerShdw blurRad="317500" dist="190500" dir="2700000" algn="tl" rotWithShape="0">
              <a:schemeClr val="accent5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3" name="任意多边形: 形状 19"/>
          <p:cNvSpPr/>
          <p:nvPr>
            <p:custDataLst>
              <p:tags r:id="rId8"/>
            </p:custDataLst>
          </p:nvPr>
        </p:nvSpPr>
        <p:spPr>
          <a:xfrm>
            <a:off x="6996776" y="3321769"/>
            <a:ext cx="2259030" cy="1956378"/>
          </a:xfrm>
          <a:custGeom>
            <a:avLst/>
            <a:gdLst/>
            <a:ahLst/>
            <a:cxnLst/>
            <a:rect l="0" t="0" r="0" b="0"/>
            <a:pathLst>
              <a:path w="3619501" h="3134579">
                <a:moveTo>
                  <a:pt x="904875" y="3134578"/>
                </a:moveTo>
                <a:lnTo>
                  <a:pt x="2714625" y="3134578"/>
                </a:lnTo>
                <a:lnTo>
                  <a:pt x="3619500" y="1567289"/>
                </a:lnTo>
                <a:lnTo>
                  <a:pt x="2714625" y="0"/>
                </a:lnTo>
                <a:lnTo>
                  <a:pt x="904875" y="0"/>
                </a:lnTo>
                <a:lnTo>
                  <a:pt x="0" y="1567289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  <a:effectLst>
            <a:outerShdw blurRad="317500" dist="190500" dir="2700000" algn="tl" rotWithShape="0">
              <a:schemeClr val="accent4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4" name="任意多边形: 形状 21"/>
          <p:cNvSpPr/>
          <p:nvPr>
            <p:custDataLst>
              <p:tags r:id="rId9"/>
            </p:custDataLst>
          </p:nvPr>
        </p:nvSpPr>
        <p:spPr>
          <a:xfrm>
            <a:off x="4970665" y="2152030"/>
            <a:ext cx="2259030" cy="1956378"/>
          </a:xfrm>
          <a:custGeom>
            <a:avLst/>
            <a:gdLst/>
            <a:ahLst/>
            <a:cxnLst/>
            <a:rect l="0" t="0" r="0" b="0"/>
            <a:pathLst>
              <a:path w="3619501" h="3134579">
                <a:moveTo>
                  <a:pt x="904875" y="3134578"/>
                </a:moveTo>
                <a:lnTo>
                  <a:pt x="2714625" y="3134578"/>
                </a:lnTo>
                <a:lnTo>
                  <a:pt x="3619500" y="1567289"/>
                </a:lnTo>
                <a:lnTo>
                  <a:pt x="2714625" y="0"/>
                </a:lnTo>
                <a:lnTo>
                  <a:pt x="904875" y="0"/>
                </a:lnTo>
                <a:lnTo>
                  <a:pt x="0" y="1567289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  <a:effectLst>
            <a:outerShdw blurRad="317500" dist="190500" dir="2700000" algn="tl" rotWithShape="0">
              <a:schemeClr val="accent3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5" name="任意多边形: 形状 53"/>
          <p:cNvSpPr/>
          <p:nvPr>
            <p:custDataLst>
              <p:tags r:id="rId10"/>
            </p:custDataLst>
          </p:nvPr>
        </p:nvSpPr>
        <p:spPr>
          <a:xfrm>
            <a:off x="3488826" y="3140980"/>
            <a:ext cx="1934084" cy="1165834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728609 w 2586977"/>
              <a:gd name="connsiteY0-68" fmla="*/ 0 h 2240387"/>
              <a:gd name="connsiteX1-69" fmla="*/ 1940233 w 2586977"/>
              <a:gd name="connsiteY1-70" fmla="*/ 0 h 2240387"/>
              <a:gd name="connsiteX2-71" fmla="*/ 2586977 w 2586977"/>
              <a:gd name="connsiteY2-72" fmla="*/ 1120194 h 2240387"/>
              <a:gd name="connsiteX3-73" fmla="*/ 1940233 w 2586977"/>
              <a:gd name="connsiteY3-74" fmla="*/ 2240387 h 2240387"/>
              <a:gd name="connsiteX4-75" fmla="*/ 646744 w 2586977"/>
              <a:gd name="connsiteY4-76" fmla="*/ 2240387 h 2240387"/>
              <a:gd name="connsiteX5-77" fmla="*/ 0 w 2586977"/>
              <a:gd name="connsiteY5-78" fmla="*/ 1120194 h 2240387"/>
              <a:gd name="connsiteX0-79" fmla="*/ 81865 w 1940233"/>
              <a:gd name="connsiteY0-80" fmla="*/ 0 h 2240387"/>
              <a:gd name="connsiteX1-81" fmla="*/ 1293489 w 1940233"/>
              <a:gd name="connsiteY1-82" fmla="*/ 0 h 2240387"/>
              <a:gd name="connsiteX2-83" fmla="*/ 1940233 w 1940233"/>
              <a:gd name="connsiteY2-84" fmla="*/ 1120194 h 2240387"/>
              <a:gd name="connsiteX3-85" fmla="*/ 1293489 w 1940233"/>
              <a:gd name="connsiteY3-86" fmla="*/ 2240387 h 2240387"/>
              <a:gd name="connsiteX4-87" fmla="*/ 0 w 1940233"/>
              <a:gd name="connsiteY4-88" fmla="*/ 2240387 h 2240387"/>
              <a:gd name="connsiteX0-89" fmla="*/ 0 w 1858368"/>
              <a:gd name="connsiteY0-90" fmla="*/ 0 h 2240387"/>
              <a:gd name="connsiteX1-91" fmla="*/ 1211624 w 1858368"/>
              <a:gd name="connsiteY1-92" fmla="*/ 0 h 2240387"/>
              <a:gd name="connsiteX2-93" fmla="*/ 1858368 w 1858368"/>
              <a:gd name="connsiteY2-94" fmla="*/ 1120194 h 2240387"/>
              <a:gd name="connsiteX3-95" fmla="*/ 1211624 w 1858368"/>
              <a:gd name="connsiteY3-96" fmla="*/ 2240387 h 2240387"/>
              <a:gd name="connsiteX0-97" fmla="*/ 0 w 1858368"/>
              <a:gd name="connsiteY0-98" fmla="*/ 0 h 1120194"/>
              <a:gd name="connsiteX1-99" fmla="*/ 1211624 w 1858368"/>
              <a:gd name="connsiteY1-100" fmla="*/ 0 h 1120194"/>
              <a:gd name="connsiteX2-101" fmla="*/ 1858368 w 1858368"/>
              <a:gd name="connsiteY2-102" fmla="*/ 1120194 h 11201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858368" h="1120194">
                <a:moveTo>
                  <a:pt x="0" y="0"/>
                </a:moveTo>
                <a:lnTo>
                  <a:pt x="1211624" y="0"/>
                </a:lnTo>
                <a:lnTo>
                  <a:pt x="1858368" y="1120194"/>
                </a:ln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54"/>
          <p:cNvSpPr/>
          <p:nvPr>
            <p:custDataLst>
              <p:tags r:id="rId11"/>
            </p:custDataLst>
          </p:nvPr>
        </p:nvSpPr>
        <p:spPr>
          <a:xfrm>
            <a:off x="2730780" y="3309082"/>
            <a:ext cx="2583618" cy="2164047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1940233 w 2586977"/>
              <a:gd name="connsiteY0-68" fmla="*/ 0 h 2240387"/>
              <a:gd name="connsiteX1-69" fmla="*/ 2586977 w 2586977"/>
              <a:gd name="connsiteY1-70" fmla="*/ 1120194 h 2240387"/>
              <a:gd name="connsiteX2-71" fmla="*/ 1940233 w 2586977"/>
              <a:gd name="connsiteY2-72" fmla="*/ 2240387 h 2240387"/>
              <a:gd name="connsiteX3-73" fmla="*/ 646744 w 2586977"/>
              <a:gd name="connsiteY3-74" fmla="*/ 2240387 h 2240387"/>
              <a:gd name="connsiteX4-75" fmla="*/ 0 w 2586977"/>
              <a:gd name="connsiteY4-76" fmla="*/ 1120194 h 2240387"/>
              <a:gd name="connsiteX5-77" fmla="*/ 553757 w 2586977"/>
              <a:gd name="connsiteY5-78" fmla="*/ 161059 h 2240387"/>
              <a:gd name="connsiteX0-79" fmla="*/ 2586977 w 2586977"/>
              <a:gd name="connsiteY0-80" fmla="*/ 959135 h 2079328"/>
              <a:gd name="connsiteX1-81" fmla="*/ 1940233 w 2586977"/>
              <a:gd name="connsiteY1-82" fmla="*/ 2079328 h 2079328"/>
              <a:gd name="connsiteX2-83" fmla="*/ 646744 w 2586977"/>
              <a:gd name="connsiteY2-84" fmla="*/ 2079328 h 2079328"/>
              <a:gd name="connsiteX3-85" fmla="*/ 0 w 2586977"/>
              <a:gd name="connsiteY3-86" fmla="*/ 959135 h 2079328"/>
              <a:gd name="connsiteX4-87" fmla="*/ 553757 w 2586977"/>
              <a:gd name="connsiteY4-88" fmla="*/ 0 h 2079328"/>
              <a:gd name="connsiteX0-89" fmla="*/ 2482474 w 2482474"/>
              <a:gd name="connsiteY0-90" fmla="*/ 1134551 h 2079328"/>
              <a:gd name="connsiteX1-91" fmla="*/ 1940233 w 2482474"/>
              <a:gd name="connsiteY1-92" fmla="*/ 2079328 h 2079328"/>
              <a:gd name="connsiteX2-93" fmla="*/ 646744 w 2482474"/>
              <a:gd name="connsiteY2-94" fmla="*/ 2079328 h 2079328"/>
              <a:gd name="connsiteX3-95" fmla="*/ 0 w 2482474"/>
              <a:gd name="connsiteY3-96" fmla="*/ 959135 h 2079328"/>
              <a:gd name="connsiteX4-97" fmla="*/ 553757 w 2482474"/>
              <a:gd name="connsiteY4-98" fmla="*/ 0 h 20793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82474" h="2079328">
                <a:moveTo>
                  <a:pt x="2482474" y="1134551"/>
                </a:moveTo>
                <a:lnTo>
                  <a:pt x="1940233" y="2079328"/>
                </a:lnTo>
                <a:lnTo>
                  <a:pt x="646744" y="2079328"/>
                </a:lnTo>
                <a:lnTo>
                  <a:pt x="0" y="959135"/>
                </a:lnTo>
                <a:lnTo>
                  <a:pt x="553757" y="0"/>
                </a:lnTo>
              </a:path>
            </a:pathLst>
          </a:custGeom>
          <a:noFill/>
          <a:ln w="25400">
            <a:solidFill>
              <a:schemeClr val="accent2"/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55"/>
          <p:cNvSpPr/>
          <p:nvPr>
            <p:custDataLst>
              <p:tags r:id="rId12"/>
            </p:custDataLst>
          </p:nvPr>
        </p:nvSpPr>
        <p:spPr>
          <a:xfrm>
            <a:off x="6769044" y="3309082"/>
            <a:ext cx="2583618" cy="2164047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1940233 w 2586977"/>
              <a:gd name="connsiteY0-68" fmla="*/ 0 h 2240387"/>
              <a:gd name="connsiteX1-69" fmla="*/ 2586977 w 2586977"/>
              <a:gd name="connsiteY1-70" fmla="*/ 1120194 h 2240387"/>
              <a:gd name="connsiteX2-71" fmla="*/ 1940233 w 2586977"/>
              <a:gd name="connsiteY2-72" fmla="*/ 2240387 h 2240387"/>
              <a:gd name="connsiteX3-73" fmla="*/ 646744 w 2586977"/>
              <a:gd name="connsiteY3-74" fmla="*/ 2240387 h 2240387"/>
              <a:gd name="connsiteX4-75" fmla="*/ 0 w 2586977"/>
              <a:gd name="connsiteY4-76" fmla="*/ 1120194 h 2240387"/>
              <a:gd name="connsiteX5-77" fmla="*/ 553757 w 2586977"/>
              <a:gd name="connsiteY5-78" fmla="*/ 161059 h 2240387"/>
              <a:gd name="connsiteX0-79" fmla="*/ 2586977 w 2586977"/>
              <a:gd name="connsiteY0-80" fmla="*/ 959135 h 2079328"/>
              <a:gd name="connsiteX1-81" fmla="*/ 1940233 w 2586977"/>
              <a:gd name="connsiteY1-82" fmla="*/ 2079328 h 2079328"/>
              <a:gd name="connsiteX2-83" fmla="*/ 646744 w 2586977"/>
              <a:gd name="connsiteY2-84" fmla="*/ 2079328 h 2079328"/>
              <a:gd name="connsiteX3-85" fmla="*/ 0 w 2586977"/>
              <a:gd name="connsiteY3-86" fmla="*/ 959135 h 2079328"/>
              <a:gd name="connsiteX4-87" fmla="*/ 553757 w 2586977"/>
              <a:gd name="connsiteY4-88" fmla="*/ 0 h 2079328"/>
              <a:gd name="connsiteX0-89" fmla="*/ 2482474 w 2482474"/>
              <a:gd name="connsiteY0-90" fmla="*/ 1134551 h 2079328"/>
              <a:gd name="connsiteX1-91" fmla="*/ 1940233 w 2482474"/>
              <a:gd name="connsiteY1-92" fmla="*/ 2079328 h 2079328"/>
              <a:gd name="connsiteX2-93" fmla="*/ 646744 w 2482474"/>
              <a:gd name="connsiteY2-94" fmla="*/ 2079328 h 2079328"/>
              <a:gd name="connsiteX3-95" fmla="*/ 0 w 2482474"/>
              <a:gd name="connsiteY3-96" fmla="*/ 959135 h 2079328"/>
              <a:gd name="connsiteX4-97" fmla="*/ 553757 w 2482474"/>
              <a:gd name="connsiteY4-98" fmla="*/ 0 h 20793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82474" h="2079328">
                <a:moveTo>
                  <a:pt x="2482474" y="1134551"/>
                </a:moveTo>
                <a:lnTo>
                  <a:pt x="1940233" y="2079328"/>
                </a:lnTo>
                <a:lnTo>
                  <a:pt x="646744" y="2079328"/>
                </a:lnTo>
                <a:lnTo>
                  <a:pt x="0" y="959135"/>
                </a:lnTo>
                <a:lnTo>
                  <a:pt x="553757" y="0"/>
                </a:lnTo>
              </a:path>
            </a:pathLst>
          </a:custGeom>
          <a:noFill/>
          <a:ln w="25400">
            <a:solidFill>
              <a:schemeClr val="accent4"/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56"/>
          <p:cNvSpPr/>
          <p:nvPr>
            <p:custDataLst>
              <p:tags r:id="rId13"/>
            </p:custDataLst>
          </p:nvPr>
        </p:nvSpPr>
        <p:spPr>
          <a:xfrm>
            <a:off x="7527091" y="3140980"/>
            <a:ext cx="1934084" cy="1165834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728609 w 2586977"/>
              <a:gd name="connsiteY0-68" fmla="*/ 0 h 2240387"/>
              <a:gd name="connsiteX1-69" fmla="*/ 1940233 w 2586977"/>
              <a:gd name="connsiteY1-70" fmla="*/ 0 h 2240387"/>
              <a:gd name="connsiteX2-71" fmla="*/ 2586977 w 2586977"/>
              <a:gd name="connsiteY2-72" fmla="*/ 1120194 h 2240387"/>
              <a:gd name="connsiteX3-73" fmla="*/ 1940233 w 2586977"/>
              <a:gd name="connsiteY3-74" fmla="*/ 2240387 h 2240387"/>
              <a:gd name="connsiteX4-75" fmla="*/ 646744 w 2586977"/>
              <a:gd name="connsiteY4-76" fmla="*/ 2240387 h 2240387"/>
              <a:gd name="connsiteX5-77" fmla="*/ 0 w 2586977"/>
              <a:gd name="connsiteY5-78" fmla="*/ 1120194 h 2240387"/>
              <a:gd name="connsiteX0-79" fmla="*/ 81865 w 1940233"/>
              <a:gd name="connsiteY0-80" fmla="*/ 0 h 2240387"/>
              <a:gd name="connsiteX1-81" fmla="*/ 1293489 w 1940233"/>
              <a:gd name="connsiteY1-82" fmla="*/ 0 h 2240387"/>
              <a:gd name="connsiteX2-83" fmla="*/ 1940233 w 1940233"/>
              <a:gd name="connsiteY2-84" fmla="*/ 1120194 h 2240387"/>
              <a:gd name="connsiteX3-85" fmla="*/ 1293489 w 1940233"/>
              <a:gd name="connsiteY3-86" fmla="*/ 2240387 h 2240387"/>
              <a:gd name="connsiteX4-87" fmla="*/ 0 w 1940233"/>
              <a:gd name="connsiteY4-88" fmla="*/ 2240387 h 2240387"/>
              <a:gd name="connsiteX0-89" fmla="*/ 0 w 1858368"/>
              <a:gd name="connsiteY0-90" fmla="*/ 0 h 2240387"/>
              <a:gd name="connsiteX1-91" fmla="*/ 1211624 w 1858368"/>
              <a:gd name="connsiteY1-92" fmla="*/ 0 h 2240387"/>
              <a:gd name="connsiteX2-93" fmla="*/ 1858368 w 1858368"/>
              <a:gd name="connsiteY2-94" fmla="*/ 1120194 h 2240387"/>
              <a:gd name="connsiteX3-95" fmla="*/ 1211624 w 1858368"/>
              <a:gd name="connsiteY3-96" fmla="*/ 2240387 h 2240387"/>
              <a:gd name="connsiteX0-97" fmla="*/ 0 w 1858368"/>
              <a:gd name="connsiteY0-98" fmla="*/ 0 h 1120194"/>
              <a:gd name="connsiteX1-99" fmla="*/ 1211624 w 1858368"/>
              <a:gd name="connsiteY1-100" fmla="*/ 0 h 1120194"/>
              <a:gd name="connsiteX2-101" fmla="*/ 1858368 w 1858368"/>
              <a:gd name="connsiteY2-102" fmla="*/ 1120194 h 11201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858368" h="1120194">
                <a:moveTo>
                  <a:pt x="0" y="0"/>
                </a:moveTo>
                <a:lnTo>
                  <a:pt x="1211624" y="0"/>
                </a:lnTo>
                <a:lnTo>
                  <a:pt x="1858368" y="1120194"/>
                </a:ln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矩形 57"/>
          <p:cNvSpPr/>
          <p:nvPr>
            <p:custDataLst>
              <p:tags r:id="rId14"/>
            </p:custDataLst>
          </p:nvPr>
        </p:nvSpPr>
        <p:spPr>
          <a:xfrm>
            <a:off x="1177259" y="4908276"/>
            <a:ext cx="1740957" cy="1258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marL="0" indent="0" algn="ctr">
              <a:lnSpc>
                <a:spcPct val="130000"/>
              </a:lnSpc>
              <a:buNone/>
            </a:pPr>
            <a:r>
              <a:rPr 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Graph Theory Formulation</a:t>
            </a:r>
            <a:endParaRPr 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2" name="矩形 60"/>
          <p:cNvSpPr/>
          <p:nvPr>
            <p:custDataLst>
              <p:tags r:id="rId15"/>
            </p:custDataLst>
          </p:nvPr>
        </p:nvSpPr>
        <p:spPr>
          <a:xfrm>
            <a:off x="9281700" y="4908276"/>
            <a:ext cx="1740957" cy="1258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marL="0" indent="0" algn="ctr">
              <a:lnSpc>
                <a:spcPct val="130000"/>
              </a:lnSpc>
              <a:buNone/>
            </a:pPr>
            <a:r>
              <a:rPr 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Complexity: Distance-2 Coloring is NP-hard — justifies using dynamic DSATUR heuristic.</a:t>
            </a:r>
            <a:endParaRPr 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3" name="矩形 61"/>
          <p:cNvSpPr/>
          <p:nvPr>
            <p:custDataLst>
              <p:tags r:id="rId16"/>
            </p:custDataLst>
          </p:nvPr>
        </p:nvSpPr>
        <p:spPr>
          <a:xfrm>
            <a:off x="5229480" y="4908276"/>
            <a:ext cx="1740957" cy="1258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marL="0" indent="0" algn="ctr">
              <a:lnSpc>
                <a:spcPct val="130000"/>
              </a:lnSpc>
              <a:buNone/>
            </a:pPr>
            <a:r>
              <a:rPr 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Conflict Graph C = (V, E_C): Edge exists if dist_G(u, v) &lt;= 2.</a:t>
            </a:r>
            <a:endParaRPr 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4" name="矩形 62"/>
          <p:cNvSpPr/>
          <p:nvPr>
            <p:custDataLst>
              <p:tags r:id="rId17"/>
            </p:custDataLst>
          </p:nvPr>
        </p:nvSpPr>
        <p:spPr>
          <a:xfrm>
            <a:off x="7255590" y="1346407"/>
            <a:ext cx="1740957" cy="1258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p>
            <a:pPr marL="0" indent="0" algn="ctr">
              <a:lnSpc>
                <a:spcPct val="130000"/>
              </a:lnSpc>
              <a:buNone/>
            </a:pPr>
            <a:r>
              <a:rPr 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Decision Problem: Find chromatic number chi(C) representing minimum required frame slots.</a:t>
            </a:r>
            <a:endParaRPr 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5" name="矩形 63"/>
          <p:cNvSpPr/>
          <p:nvPr>
            <p:custDataLst>
              <p:tags r:id="rId18"/>
            </p:custDataLst>
          </p:nvPr>
        </p:nvSpPr>
        <p:spPr>
          <a:xfrm>
            <a:off x="3203369" y="1346407"/>
            <a:ext cx="1740957" cy="1258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rmAutofit/>
          </a:bodyPr>
          <a:p>
            <a:pPr marL="0" indent="0" algn="ctr">
              <a:lnSpc>
                <a:spcPct val="130000"/>
              </a:lnSpc>
              <a:buNone/>
            </a:pPr>
            <a:r>
              <a:rPr 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Communication Graph G = (V, E_G): Edge exists if Euclidean_distance(u, v) &lt;= R_radio.</a:t>
            </a:r>
            <a:endParaRPr 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6" name="任意多边形: 形状 4"/>
          <p:cNvSpPr/>
          <p:nvPr>
            <p:custDataLst>
              <p:tags r:id="rId19"/>
            </p:custDataLst>
          </p:nvPr>
        </p:nvSpPr>
        <p:spPr>
          <a:xfrm>
            <a:off x="9926833" y="2913883"/>
            <a:ext cx="451027" cy="433431"/>
          </a:xfrm>
          <a:custGeom>
            <a:avLst/>
            <a:gdLst>
              <a:gd name="connsiteX0" fmla="*/ 425297 w 451490"/>
              <a:gd name="connsiteY0" fmla="*/ 115 h 433876"/>
              <a:gd name="connsiteX1" fmla="*/ 26393 w 451490"/>
              <a:gd name="connsiteY1" fmla="*/ 115 h 433876"/>
              <a:gd name="connsiteX2" fmla="*/ 115 w 451490"/>
              <a:gd name="connsiteY2" fmla="*/ 25403 h 433876"/>
              <a:gd name="connsiteX3" fmla="*/ 115 w 451490"/>
              <a:gd name="connsiteY3" fmla="*/ 95276 h 433876"/>
              <a:gd name="connsiteX4" fmla="*/ 26393 w 451490"/>
              <a:gd name="connsiteY4" fmla="*/ 120564 h 433876"/>
              <a:gd name="connsiteX5" fmla="*/ 425297 w 451490"/>
              <a:gd name="connsiteY5" fmla="*/ 120564 h 433876"/>
              <a:gd name="connsiteX6" fmla="*/ 451605 w 451490"/>
              <a:gd name="connsiteY6" fmla="*/ 95276 h 433876"/>
              <a:gd name="connsiteX7" fmla="*/ 451605 w 451490"/>
              <a:gd name="connsiteY7" fmla="*/ 25403 h 433876"/>
              <a:gd name="connsiteX8" fmla="*/ 425297 w 451490"/>
              <a:gd name="connsiteY8" fmla="*/ 115 h 433876"/>
              <a:gd name="connsiteX9" fmla="*/ 418752 w 451490"/>
              <a:gd name="connsiteY9" fmla="*/ 88949 h 433876"/>
              <a:gd name="connsiteX10" fmla="*/ 309122 w 451490"/>
              <a:gd name="connsiteY10" fmla="*/ 88949 h 433876"/>
              <a:gd name="connsiteX11" fmla="*/ 309122 w 451490"/>
              <a:gd name="connsiteY11" fmla="*/ 31734 h 433876"/>
              <a:gd name="connsiteX12" fmla="*/ 418754 w 451490"/>
              <a:gd name="connsiteY12" fmla="*/ 31734 h 433876"/>
              <a:gd name="connsiteX13" fmla="*/ 418754 w 451490"/>
              <a:gd name="connsiteY13" fmla="*/ 88949 h 433876"/>
              <a:gd name="connsiteX14" fmla="*/ 418752 w 451490"/>
              <a:gd name="connsiteY14" fmla="*/ 88949 h 433876"/>
              <a:gd name="connsiteX15" fmla="*/ 425297 w 451490"/>
              <a:gd name="connsiteY15" fmla="*/ 156814 h 433876"/>
              <a:gd name="connsiteX16" fmla="*/ 26393 w 451490"/>
              <a:gd name="connsiteY16" fmla="*/ 156814 h 433876"/>
              <a:gd name="connsiteX17" fmla="*/ 115 w 451490"/>
              <a:gd name="connsiteY17" fmla="*/ 182101 h 433876"/>
              <a:gd name="connsiteX18" fmla="*/ 115 w 451490"/>
              <a:gd name="connsiteY18" fmla="*/ 251976 h 433876"/>
              <a:gd name="connsiteX19" fmla="*/ 26393 w 451490"/>
              <a:gd name="connsiteY19" fmla="*/ 277295 h 433876"/>
              <a:gd name="connsiteX20" fmla="*/ 425297 w 451490"/>
              <a:gd name="connsiteY20" fmla="*/ 277295 h 433876"/>
              <a:gd name="connsiteX21" fmla="*/ 451605 w 451490"/>
              <a:gd name="connsiteY21" fmla="*/ 251976 h 433876"/>
              <a:gd name="connsiteX22" fmla="*/ 451605 w 451490"/>
              <a:gd name="connsiteY22" fmla="*/ 182101 h 433876"/>
              <a:gd name="connsiteX23" fmla="*/ 425297 w 451490"/>
              <a:gd name="connsiteY23" fmla="*/ 156814 h 433876"/>
              <a:gd name="connsiteX24" fmla="*/ 418752 w 451490"/>
              <a:gd name="connsiteY24" fmla="*/ 245675 h 433876"/>
              <a:gd name="connsiteX25" fmla="*/ 178503 w 451490"/>
              <a:gd name="connsiteY25" fmla="*/ 245675 h 433876"/>
              <a:gd name="connsiteX26" fmla="*/ 178503 w 451490"/>
              <a:gd name="connsiteY26" fmla="*/ 188432 h 433876"/>
              <a:gd name="connsiteX27" fmla="*/ 418752 w 451490"/>
              <a:gd name="connsiteY27" fmla="*/ 188432 h 433876"/>
              <a:gd name="connsiteX28" fmla="*/ 418752 w 451490"/>
              <a:gd name="connsiteY28" fmla="*/ 245675 h 433876"/>
              <a:gd name="connsiteX29" fmla="*/ 425297 w 451490"/>
              <a:gd name="connsiteY29" fmla="*/ 313543 h 433876"/>
              <a:gd name="connsiteX30" fmla="*/ 26393 w 451490"/>
              <a:gd name="connsiteY30" fmla="*/ 313543 h 433876"/>
              <a:gd name="connsiteX31" fmla="*/ 115 w 451490"/>
              <a:gd name="connsiteY31" fmla="*/ 338830 h 433876"/>
              <a:gd name="connsiteX32" fmla="*/ 115 w 451490"/>
              <a:gd name="connsiteY32" fmla="*/ 408705 h 433876"/>
              <a:gd name="connsiteX33" fmla="*/ 26393 w 451490"/>
              <a:gd name="connsiteY33" fmla="*/ 433992 h 433876"/>
              <a:gd name="connsiteX34" fmla="*/ 425297 w 451490"/>
              <a:gd name="connsiteY34" fmla="*/ 433992 h 433876"/>
              <a:gd name="connsiteX35" fmla="*/ 451605 w 451490"/>
              <a:gd name="connsiteY35" fmla="*/ 408705 h 433876"/>
              <a:gd name="connsiteX36" fmla="*/ 451605 w 451490"/>
              <a:gd name="connsiteY36" fmla="*/ 338830 h 433876"/>
              <a:gd name="connsiteX37" fmla="*/ 425297 w 451490"/>
              <a:gd name="connsiteY37" fmla="*/ 313543 h 433876"/>
              <a:gd name="connsiteX38" fmla="*/ 418752 w 451490"/>
              <a:gd name="connsiteY38" fmla="*/ 402376 h 433876"/>
              <a:gd name="connsiteX39" fmla="*/ 251652 w 451490"/>
              <a:gd name="connsiteY39" fmla="*/ 402376 h 433876"/>
              <a:gd name="connsiteX40" fmla="*/ 251652 w 451490"/>
              <a:gd name="connsiteY40" fmla="*/ 345161 h 433876"/>
              <a:gd name="connsiteX41" fmla="*/ 418752 w 451490"/>
              <a:gd name="connsiteY41" fmla="*/ 345161 h 433876"/>
              <a:gd name="connsiteX42" fmla="*/ 418752 w 451490"/>
              <a:gd name="connsiteY42" fmla="*/ 402376 h 433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1490" h="433876">
                <a:moveTo>
                  <a:pt x="425297" y="115"/>
                </a:moveTo>
                <a:lnTo>
                  <a:pt x="26393" y="115"/>
                </a:lnTo>
                <a:cubicBezTo>
                  <a:pt x="11891" y="115"/>
                  <a:pt x="115" y="11448"/>
                  <a:pt x="115" y="25403"/>
                </a:cubicBezTo>
                <a:lnTo>
                  <a:pt x="115" y="95276"/>
                </a:lnTo>
                <a:cubicBezTo>
                  <a:pt x="115" y="109233"/>
                  <a:pt x="11891" y="120564"/>
                  <a:pt x="26393" y="120564"/>
                </a:cubicBezTo>
                <a:lnTo>
                  <a:pt x="425297" y="120564"/>
                </a:lnTo>
                <a:cubicBezTo>
                  <a:pt x="439798" y="120564"/>
                  <a:pt x="451605" y="109233"/>
                  <a:pt x="451605" y="95276"/>
                </a:cubicBezTo>
                <a:lnTo>
                  <a:pt x="451605" y="25403"/>
                </a:lnTo>
                <a:cubicBezTo>
                  <a:pt x="451605" y="11448"/>
                  <a:pt x="439798" y="115"/>
                  <a:pt x="425297" y="115"/>
                </a:cubicBezTo>
                <a:moveTo>
                  <a:pt x="418752" y="88949"/>
                </a:moveTo>
                <a:lnTo>
                  <a:pt x="309122" y="88949"/>
                </a:lnTo>
                <a:lnTo>
                  <a:pt x="309122" y="31734"/>
                </a:lnTo>
                <a:lnTo>
                  <a:pt x="418754" y="31734"/>
                </a:lnTo>
                <a:lnTo>
                  <a:pt x="418754" y="88949"/>
                </a:lnTo>
                <a:lnTo>
                  <a:pt x="418752" y="88949"/>
                </a:lnTo>
                <a:moveTo>
                  <a:pt x="425297" y="156814"/>
                </a:moveTo>
                <a:lnTo>
                  <a:pt x="26393" y="156814"/>
                </a:lnTo>
                <a:cubicBezTo>
                  <a:pt x="11891" y="156814"/>
                  <a:pt x="115" y="168145"/>
                  <a:pt x="115" y="182101"/>
                </a:cubicBezTo>
                <a:lnTo>
                  <a:pt x="115" y="251976"/>
                </a:lnTo>
                <a:cubicBezTo>
                  <a:pt x="115" y="265932"/>
                  <a:pt x="11891" y="277295"/>
                  <a:pt x="26393" y="277295"/>
                </a:cubicBezTo>
                <a:lnTo>
                  <a:pt x="425297" y="277295"/>
                </a:lnTo>
                <a:cubicBezTo>
                  <a:pt x="439798" y="277295"/>
                  <a:pt x="451605" y="265932"/>
                  <a:pt x="451605" y="251976"/>
                </a:cubicBezTo>
                <a:lnTo>
                  <a:pt x="451605" y="182101"/>
                </a:lnTo>
                <a:cubicBezTo>
                  <a:pt x="451605" y="168145"/>
                  <a:pt x="439798" y="156814"/>
                  <a:pt x="425297" y="156814"/>
                </a:cubicBezTo>
                <a:moveTo>
                  <a:pt x="418752" y="245675"/>
                </a:moveTo>
                <a:lnTo>
                  <a:pt x="178503" y="245675"/>
                </a:lnTo>
                <a:lnTo>
                  <a:pt x="178503" y="188432"/>
                </a:lnTo>
                <a:lnTo>
                  <a:pt x="418752" y="188432"/>
                </a:lnTo>
                <a:lnTo>
                  <a:pt x="418752" y="245675"/>
                </a:lnTo>
                <a:moveTo>
                  <a:pt x="425297" y="313543"/>
                </a:moveTo>
                <a:lnTo>
                  <a:pt x="26393" y="313543"/>
                </a:lnTo>
                <a:cubicBezTo>
                  <a:pt x="11891" y="313543"/>
                  <a:pt x="115" y="324874"/>
                  <a:pt x="115" y="338830"/>
                </a:cubicBezTo>
                <a:lnTo>
                  <a:pt x="115" y="408705"/>
                </a:lnTo>
                <a:cubicBezTo>
                  <a:pt x="115" y="422661"/>
                  <a:pt x="11891" y="433992"/>
                  <a:pt x="26393" y="433992"/>
                </a:cubicBezTo>
                <a:lnTo>
                  <a:pt x="425297" y="433992"/>
                </a:lnTo>
                <a:cubicBezTo>
                  <a:pt x="439798" y="433992"/>
                  <a:pt x="451605" y="422661"/>
                  <a:pt x="451605" y="408705"/>
                </a:cubicBezTo>
                <a:lnTo>
                  <a:pt x="451605" y="338830"/>
                </a:lnTo>
                <a:cubicBezTo>
                  <a:pt x="451605" y="324874"/>
                  <a:pt x="439798" y="313543"/>
                  <a:pt x="425297" y="313543"/>
                </a:cubicBezTo>
                <a:moveTo>
                  <a:pt x="418752" y="402376"/>
                </a:moveTo>
                <a:lnTo>
                  <a:pt x="251652" y="402376"/>
                </a:lnTo>
                <a:lnTo>
                  <a:pt x="251652" y="345161"/>
                </a:lnTo>
                <a:lnTo>
                  <a:pt x="418752" y="345161"/>
                </a:lnTo>
                <a:lnTo>
                  <a:pt x="418752" y="402376"/>
                </a:lnTo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100000"/>
                </a:schemeClr>
              </a:gs>
              <a:gs pos="50000">
                <a:schemeClr val="accent5">
                  <a:alpha val="100000"/>
                </a:schemeClr>
              </a:gs>
            </a:gsLst>
            <a:lin ang="5400000" scaled="1"/>
          </a:gradFill>
          <a:ln w="17224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5"/>
          <p:cNvSpPr/>
          <p:nvPr>
            <p:custDataLst>
              <p:tags r:id="rId20"/>
            </p:custDataLst>
          </p:nvPr>
        </p:nvSpPr>
        <p:spPr>
          <a:xfrm>
            <a:off x="7933074" y="4074741"/>
            <a:ext cx="386202" cy="451027"/>
          </a:xfrm>
          <a:custGeom>
            <a:avLst/>
            <a:gdLst>
              <a:gd name="connsiteX0" fmla="*/ 214167 w 386598"/>
              <a:gd name="connsiteY0" fmla="*/ 114 h 451490"/>
              <a:gd name="connsiteX1" fmla="*/ 43807 w 386598"/>
              <a:gd name="connsiteY1" fmla="*/ 145271 h 451490"/>
              <a:gd name="connsiteX2" fmla="*/ 2505 w 386598"/>
              <a:gd name="connsiteY2" fmla="*/ 218136 h 451490"/>
              <a:gd name="connsiteX3" fmla="*/ 18304 w 386598"/>
              <a:gd name="connsiteY3" fmla="*/ 245252 h 451490"/>
              <a:gd name="connsiteX4" fmla="*/ 46170 w 386598"/>
              <a:gd name="connsiteY4" fmla="*/ 245252 h 451490"/>
              <a:gd name="connsiteX5" fmla="*/ 46170 w 386598"/>
              <a:gd name="connsiteY5" fmla="*/ 335814 h 451490"/>
              <a:gd name="connsiteX6" fmla="*/ 94960 w 386598"/>
              <a:gd name="connsiteY6" fmla="*/ 374269 h 451490"/>
              <a:gd name="connsiteX7" fmla="*/ 126209 w 386598"/>
              <a:gd name="connsiteY7" fmla="*/ 369951 h 451490"/>
              <a:gd name="connsiteX8" fmla="*/ 126209 w 386598"/>
              <a:gd name="connsiteY8" fmla="*/ 422434 h 451490"/>
              <a:gd name="connsiteX9" fmla="*/ 155383 w 386598"/>
              <a:gd name="connsiteY9" fmla="*/ 451604 h 451490"/>
              <a:gd name="connsiteX10" fmla="*/ 250205 w 386598"/>
              <a:gd name="connsiteY10" fmla="*/ 451604 h 451490"/>
              <a:gd name="connsiteX11" fmla="*/ 279384 w 386598"/>
              <a:gd name="connsiteY11" fmla="*/ 422434 h 451490"/>
              <a:gd name="connsiteX12" fmla="*/ 279384 w 386598"/>
              <a:gd name="connsiteY12" fmla="*/ 332328 h 451490"/>
              <a:gd name="connsiteX13" fmla="*/ 386715 w 386598"/>
              <a:gd name="connsiteY13" fmla="*/ 172616 h 451490"/>
              <a:gd name="connsiteX14" fmla="*/ 214167 w 386598"/>
              <a:gd name="connsiteY14" fmla="*/ 114 h 451490"/>
              <a:gd name="connsiteX15" fmla="*/ 276823 w 386598"/>
              <a:gd name="connsiteY15" fmla="*/ 155545 h 451490"/>
              <a:gd name="connsiteX16" fmla="*/ 182758 w 386598"/>
              <a:gd name="connsiteY16" fmla="*/ 254418 h 451490"/>
              <a:gd name="connsiteX17" fmla="*/ 170255 w 386598"/>
              <a:gd name="connsiteY17" fmla="*/ 248333 h 451490"/>
              <a:gd name="connsiteX18" fmla="*/ 180162 w 386598"/>
              <a:gd name="connsiteY18" fmla="*/ 180637 h 451490"/>
              <a:gd name="connsiteX19" fmla="*/ 137155 w 386598"/>
              <a:gd name="connsiteY19" fmla="*/ 180637 h 451490"/>
              <a:gd name="connsiteX20" fmla="*/ 131868 w 386598"/>
              <a:gd name="connsiteY20" fmla="*/ 168321 h 451490"/>
              <a:gd name="connsiteX21" fmla="*/ 225940 w 386598"/>
              <a:gd name="connsiteY21" fmla="*/ 69450 h 451490"/>
              <a:gd name="connsiteX22" fmla="*/ 238442 w 386598"/>
              <a:gd name="connsiteY22" fmla="*/ 75534 h 451490"/>
              <a:gd name="connsiteX23" fmla="*/ 228535 w 386598"/>
              <a:gd name="connsiteY23" fmla="*/ 143230 h 451490"/>
              <a:gd name="connsiteX24" fmla="*/ 271541 w 386598"/>
              <a:gd name="connsiteY24" fmla="*/ 143230 h 451490"/>
              <a:gd name="connsiteX25" fmla="*/ 276823 w 386598"/>
              <a:gd name="connsiteY25" fmla="*/ 155545 h 451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86598" h="451490">
                <a:moveTo>
                  <a:pt x="214167" y="114"/>
                </a:moveTo>
                <a:cubicBezTo>
                  <a:pt x="128184" y="114"/>
                  <a:pt x="56914" y="62996"/>
                  <a:pt x="43807" y="145271"/>
                </a:cubicBezTo>
                <a:lnTo>
                  <a:pt x="2505" y="218136"/>
                </a:lnTo>
                <a:cubicBezTo>
                  <a:pt x="-4359" y="230241"/>
                  <a:pt x="4387" y="245252"/>
                  <a:pt x="18304" y="245252"/>
                </a:cubicBezTo>
                <a:lnTo>
                  <a:pt x="46170" y="245252"/>
                </a:lnTo>
                <a:lnTo>
                  <a:pt x="46170" y="335814"/>
                </a:lnTo>
                <a:cubicBezTo>
                  <a:pt x="46170" y="361390"/>
                  <a:pt x="70085" y="380239"/>
                  <a:pt x="94960" y="374269"/>
                </a:cubicBezTo>
                <a:lnTo>
                  <a:pt x="126209" y="369951"/>
                </a:lnTo>
                <a:lnTo>
                  <a:pt x="126209" y="422434"/>
                </a:lnTo>
                <a:cubicBezTo>
                  <a:pt x="126209" y="438545"/>
                  <a:pt x="139271" y="451604"/>
                  <a:pt x="155383" y="451604"/>
                </a:cubicBezTo>
                <a:lnTo>
                  <a:pt x="250205" y="451604"/>
                </a:lnTo>
                <a:cubicBezTo>
                  <a:pt x="266320" y="451604"/>
                  <a:pt x="279384" y="438545"/>
                  <a:pt x="279384" y="422434"/>
                </a:cubicBezTo>
                <a:lnTo>
                  <a:pt x="279384" y="332328"/>
                </a:lnTo>
                <a:cubicBezTo>
                  <a:pt x="342340" y="306610"/>
                  <a:pt x="386715" y="244803"/>
                  <a:pt x="386715" y="172616"/>
                </a:cubicBezTo>
                <a:cubicBezTo>
                  <a:pt x="386710" y="77340"/>
                  <a:pt x="309457" y="114"/>
                  <a:pt x="214167" y="114"/>
                </a:cubicBezTo>
                <a:moveTo>
                  <a:pt x="276823" y="155545"/>
                </a:moveTo>
                <a:lnTo>
                  <a:pt x="182758" y="254418"/>
                </a:lnTo>
                <a:cubicBezTo>
                  <a:pt x="177856" y="259571"/>
                  <a:pt x="169229" y="255372"/>
                  <a:pt x="170255" y="248333"/>
                </a:cubicBezTo>
                <a:lnTo>
                  <a:pt x="180162" y="180637"/>
                </a:lnTo>
                <a:lnTo>
                  <a:pt x="137155" y="180637"/>
                </a:lnTo>
                <a:cubicBezTo>
                  <a:pt x="130744" y="180637"/>
                  <a:pt x="127454" y="172967"/>
                  <a:pt x="131868" y="168321"/>
                </a:cubicBezTo>
                <a:lnTo>
                  <a:pt x="225940" y="69450"/>
                </a:lnTo>
                <a:cubicBezTo>
                  <a:pt x="230842" y="64295"/>
                  <a:pt x="239469" y="68495"/>
                  <a:pt x="238442" y="75534"/>
                </a:cubicBezTo>
                <a:lnTo>
                  <a:pt x="228535" y="143230"/>
                </a:lnTo>
                <a:lnTo>
                  <a:pt x="271541" y="143230"/>
                </a:lnTo>
                <a:cubicBezTo>
                  <a:pt x="277946" y="143230"/>
                  <a:pt x="281243" y="150900"/>
                  <a:pt x="276823" y="155545"/>
                </a:cubicBezTo>
              </a:path>
            </a:pathLst>
          </a:custGeom>
          <a:gradFill>
            <a:gsLst>
              <a:gs pos="0">
                <a:schemeClr val="accent4">
                  <a:lumMod val="60000"/>
                  <a:lumOff val="40000"/>
                  <a:alpha val="100000"/>
                </a:schemeClr>
              </a:gs>
              <a:gs pos="50000">
                <a:schemeClr val="accent4">
                  <a:alpha val="100000"/>
                </a:schemeClr>
              </a:gs>
            </a:gsLst>
            <a:lin ang="5400000" scaled="1"/>
          </a:gradFill>
          <a:ln w="16007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6"/>
          <p:cNvSpPr/>
          <p:nvPr>
            <p:custDataLst>
              <p:tags r:id="rId21"/>
            </p:custDataLst>
          </p:nvPr>
        </p:nvSpPr>
        <p:spPr>
          <a:xfrm>
            <a:off x="5905061" y="2917055"/>
            <a:ext cx="390125" cy="438969"/>
          </a:xfrm>
          <a:custGeom>
            <a:avLst/>
            <a:gdLst>
              <a:gd name="connsiteX0" fmla="*/ 302616 w 401262"/>
              <a:gd name="connsiteY0" fmla="*/ 115 h 451491"/>
              <a:gd name="connsiteX1" fmla="*/ 33562 w 401262"/>
              <a:gd name="connsiteY1" fmla="*/ 157 h 451491"/>
              <a:gd name="connsiteX2" fmla="*/ 121 w 401262"/>
              <a:gd name="connsiteY2" fmla="*/ 33603 h 451491"/>
              <a:gd name="connsiteX3" fmla="*/ 116 w 401262"/>
              <a:gd name="connsiteY3" fmla="*/ 418145 h 451491"/>
              <a:gd name="connsiteX4" fmla="*/ 33562 w 401262"/>
              <a:gd name="connsiteY4" fmla="*/ 451591 h 451491"/>
              <a:gd name="connsiteX5" fmla="*/ 367933 w 401262"/>
              <a:gd name="connsiteY5" fmla="*/ 451606 h 451491"/>
              <a:gd name="connsiteX6" fmla="*/ 401379 w 401262"/>
              <a:gd name="connsiteY6" fmla="*/ 418160 h 451491"/>
              <a:gd name="connsiteX7" fmla="*/ 401379 w 401262"/>
              <a:gd name="connsiteY7" fmla="*/ 418145 h 451491"/>
              <a:gd name="connsiteX8" fmla="*/ 401228 w 401262"/>
              <a:gd name="connsiteY8" fmla="*/ 97276 h 451491"/>
              <a:gd name="connsiteX9" fmla="*/ 302616 w 401262"/>
              <a:gd name="connsiteY9" fmla="*/ 115 h 451491"/>
              <a:gd name="connsiteX10" fmla="*/ 327815 w 401262"/>
              <a:gd name="connsiteY10" fmla="*/ 249175 h 451491"/>
              <a:gd name="connsiteX11" fmla="*/ 324696 w 401262"/>
              <a:gd name="connsiteY11" fmla="*/ 253416 h 451491"/>
              <a:gd name="connsiteX12" fmla="*/ 322580 w 401262"/>
              <a:gd name="connsiteY12" fmla="*/ 253857 h 451491"/>
              <a:gd name="connsiteX13" fmla="*/ 319416 w 401262"/>
              <a:gd name="connsiteY13" fmla="*/ 252814 h 451491"/>
              <a:gd name="connsiteX14" fmla="*/ 287419 w 401262"/>
              <a:gd name="connsiteY14" fmla="*/ 229099 h 451491"/>
              <a:gd name="connsiteX15" fmla="*/ 220818 w 401262"/>
              <a:gd name="connsiteY15" fmla="*/ 315334 h 451491"/>
              <a:gd name="connsiteX16" fmla="*/ 198932 w 401262"/>
              <a:gd name="connsiteY16" fmla="*/ 318456 h 451491"/>
              <a:gd name="connsiteX17" fmla="*/ 146847 w 401262"/>
              <a:gd name="connsiteY17" fmla="*/ 280830 h 451491"/>
              <a:gd name="connsiteX18" fmla="*/ 92065 w 401262"/>
              <a:gd name="connsiteY18" fmla="*/ 345755 h 451491"/>
              <a:gd name="connsiteX19" fmla="*/ 79923 w 401262"/>
              <a:gd name="connsiteY19" fmla="*/ 351362 h 451491"/>
              <a:gd name="connsiteX20" fmla="*/ 69846 w 401262"/>
              <a:gd name="connsiteY20" fmla="*/ 347768 h 451491"/>
              <a:gd name="connsiteX21" fmla="*/ 67802 w 401262"/>
              <a:gd name="connsiteY21" fmla="*/ 325876 h 451491"/>
              <a:gd name="connsiteX22" fmla="*/ 132070 w 401262"/>
              <a:gd name="connsiteY22" fmla="*/ 249707 h 451491"/>
              <a:gd name="connsiteX23" fmla="*/ 153529 w 401262"/>
              <a:gd name="connsiteY23" fmla="*/ 247111 h 451491"/>
              <a:gd name="connsiteX24" fmla="*/ 205091 w 401262"/>
              <a:gd name="connsiteY24" fmla="*/ 284353 h 451491"/>
              <a:gd name="connsiteX25" fmla="*/ 262200 w 401262"/>
              <a:gd name="connsiteY25" fmla="*/ 210408 h 451491"/>
              <a:gd name="connsiteX26" fmla="*/ 240325 w 401262"/>
              <a:gd name="connsiteY26" fmla="*/ 194195 h 451491"/>
              <a:gd name="connsiteX27" fmla="*/ 238277 w 401262"/>
              <a:gd name="connsiteY27" fmla="*/ 189367 h 451491"/>
              <a:gd name="connsiteX28" fmla="*/ 241548 w 401262"/>
              <a:gd name="connsiteY28" fmla="*/ 185238 h 451491"/>
              <a:gd name="connsiteX29" fmla="*/ 329828 w 401262"/>
              <a:gd name="connsiteY29" fmla="*/ 150703 h 451491"/>
              <a:gd name="connsiteX30" fmla="*/ 334934 w 401262"/>
              <a:gd name="connsiteY30" fmla="*/ 151381 h 451491"/>
              <a:gd name="connsiteX31" fmla="*/ 337002 w 401262"/>
              <a:gd name="connsiteY31" fmla="*/ 156022 h 451491"/>
              <a:gd name="connsiteX32" fmla="*/ 327815 w 401262"/>
              <a:gd name="connsiteY32" fmla="*/ 249175 h 451491"/>
              <a:gd name="connsiteX33" fmla="*/ 296620 w 401262"/>
              <a:gd name="connsiteY33" fmla="*/ 117167 h 451491"/>
              <a:gd name="connsiteX34" fmla="*/ 285243 w 401262"/>
              <a:gd name="connsiteY34" fmla="*/ 105963 h 451491"/>
              <a:gd name="connsiteX35" fmla="*/ 285243 w 401262"/>
              <a:gd name="connsiteY35" fmla="*/ 17794 h 451491"/>
              <a:gd name="connsiteX36" fmla="*/ 386107 w 401262"/>
              <a:gd name="connsiteY36" fmla="*/ 117167 h 451491"/>
              <a:gd name="connsiteX37" fmla="*/ 296620 w 401262"/>
              <a:gd name="connsiteY37" fmla="*/ 117167 h 45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01262" h="451491">
                <a:moveTo>
                  <a:pt x="302616" y="115"/>
                </a:moveTo>
                <a:lnTo>
                  <a:pt x="33562" y="157"/>
                </a:lnTo>
                <a:cubicBezTo>
                  <a:pt x="15092" y="160"/>
                  <a:pt x="121" y="15133"/>
                  <a:pt x="121" y="33603"/>
                </a:cubicBezTo>
                <a:lnTo>
                  <a:pt x="116" y="418145"/>
                </a:lnTo>
                <a:cubicBezTo>
                  <a:pt x="116" y="436617"/>
                  <a:pt x="15090" y="451591"/>
                  <a:pt x="33562" y="451591"/>
                </a:cubicBezTo>
                <a:lnTo>
                  <a:pt x="367933" y="451606"/>
                </a:lnTo>
                <a:cubicBezTo>
                  <a:pt x="386405" y="451606"/>
                  <a:pt x="401379" y="436631"/>
                  <a:pt x="401379" y="418160"/>
                </a:cubicBezTo>
                <a:cubicBezTo>
                  <a:pt x="401379" y="418155"/>
                  <a:pt x="401379" y="418150"/>
                  <a:pt x="401379" y="418145"/>
                </a:cubicBezTo>
                <a:lnTo>
                  <a:pt x="401228" y="97276"/>
                </a:lnTo>
                <a:lnTo>
                  <a:pt x="302616" y="115"/>
                </a:lnTo>
                <a:moveTo>
                  <a:pt x="327815" y="249175"/>
                </a:moveTo>
                <a:cubicBezTo>
                  <a:pt x="327631" y="251041"/>
                  <a:pt x="326438" y="252663"/>
                  <a:pt x="324696" y="253416"/>
                </a:cubicBezTo>
                <a:cubicBezTo>
                  <a:pt x="324030" y="253707"/>
                  <a:pt x="323309" y="253856"/>
                  <a:pt x="322580" y="253857"/>
                </a:cubicBezTo>
                <a:cubicBezTo>
                  <a:pt x="321460" y="253857"/>
                  <a:pt x="320346" y="253503"/>
                  <a:pt x="319416" y="252814"/>
                </a:cubicBezTo>
                <a:lnTo>
                  <a:pt x="287419" y="229099"/>
                </a:lnTo>
                <a:lnTo>
                  <a:pt x="220818" y="315334"/>
                </a:lnTo>
                <a:cubicBezTo>
                  <a:pt x="215600" y="322095"/>
                  <a:pt x="205871" y="323487"/>
                  <a:pt x="198932" y="318456"/>
                </a:cubicBezTo>
                <a:lnTo>
                  <a:pt x="146847" y="280830"/>
                </a:lnTo>
                <a:lnTo>
                  <a:pt x="92065" y="345755"/>
                </a:lnTo>
                <a:cubicBezTo>
                  <a:pt x="88947" y="349454"/>
                  <a:pt x="84454" y="351362"/>
                  <a:pt x="79923" y="351362"/>
                </a:cubicBezTo>
                <a:cubicBezTo>
                  <a:pt x="76241" y="351365"/>
                  <a:pt x="72674" y="350093"/>
                  <a:pt x="69846" y="347768"/>
                </a:cubicBezTo>
                <a:cubicBezTo>
                  <a:pt x="63144" y="342283"/>
                  <a:pt x="62229" y="332480"/>
                  <a:pt x="67802" y="325876"/>
                </a:cubicBezTo>
                <a:lnTo>
                  <a:pt x="132070" y="249707"/>
                </a:lnTo>
                <a:cubicBezTo>
                  <a:pt x="137391" y="243380"/>
                  <a:pt x="146801" y="242231"/>
                  <a:pt x="153529" y="247111"/>
                </a:cubicBezTo>
                <a:lnTo>
                  <a:pt x="205091" y="284353"/>
                </a:lnTo>
                <a:lnTo>
                  <a:pt x="262200" y="210408"/>
                </a:lnTo>
                <a:lnTo>
                  <a:pt x="240325" y="194195"/>
                </a:lnTo>
                <a:cubicBezTo>
                  <a:pt x="238807" y="193069"/>
                  <a:pt x="238024" y="191223"/>
                  <a:pt x="238277" y="189367"/>
                </a:cubicBezTo>
                <a:cubicBezTo>
                  <a:pt x="238529" y="187509"/>
                  <a:pt x="239780" y="185930"/>
                  <a:pt x="241548" y="185238"/>
                </a:cubicBezTo>
                <a:lnTo>
                  <a:pt x="329828" y="150703"/>
                </a:lnTo>
                <a:cubicBezTo>
                  <a:pt x="331534" y="150039"/>
                  <a:pt x="333467" y="150296"/>
                  <a:pt x="334934" y="151381"/>
                </a:cubicBezTo>
                <a:cubicBezTo>
                  <a:pt x="336397" y="152466"/>
                  <a:pt x="337183" y="154225"/>
                  <a:pt x="337002" y="156022"/>
                </a:cubicBezTo>
                <a:lnTo>
                  <a:pt x="327815" y="249175"/>
                </a:lnTo>
                <a:moveTo>
                  <a:pt x="296620" y="117167"/>
                </a:moveTo>
                <a:cubicBezTo>
                  <a:pt x="290335" y="117167"/>
                  <a:pt x="285243" y="112151"/>
                  <a:pt x="285243" y="105963"/>
                </a:cubicBezTo>
                <a:lnTo>
                  <a:pt x="285243" y="17794"/>
                </a:lnTo>
                <a:lnTo>
                  <a:pt x="386107" y="117167"/>
                </a:lnTo>
                <a:lnTo>
                  <a:pt x="296620" y="117167"/>
                </a:lnTo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  <a:alpha val="100000"/>
                </a:schemeClr>
              </a:gs>
              <a:gs pos="50000">
                <a:schemeClr val="accent3">
                  <a:alpha val="100000"/>
                </a:schemeClr>
              </a:gs>
            </a:gsLst>
            <a:lin ang="5400000" scaled="1"/>
          </a:gradFill>
          <a:ln w="16584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7"/>
          <p:cNvSpPr/>
          <p:nvPr>
            <p:custDataLst>
              <p:tags r:id="rId22"/>
            </p:custDataLst>
          </p:nvPr>
        </p:nvSpPr>
        <p:spPr>
          <a:xfrm>
            <a:off x="3854846" y="4074741"/>
            <a:ext cx="437701" cy="437701"/>
          </a:xfrm>
          <a:custGeom>
            <a:avLst/>
            <a:gdLst>
              <a:gd name="connsiteX0" fmla="*/ 225860 w 451491"/>
              <a:gd name="connsiteY0" fmla="*/ 451605 h 451490"/>
              <a:gd name="connsiteX1" fmla="*/ 114 w 451491"/>
              <a:gd name="connsiteY1" fmla="*/ 225859 h 451490"/>
              <a:gd name="connsiteX2" fmla="*/ 225860 w 451491"/>
              <a:gd name="connsiteY2" fmla="*/ 114 h 451490"/>
              <a:gd name="connsiteX3" fmla="*/ 451606 w 451491"/>
              <a:gd name="connsiteY3" fmla="*/ 225859 h 451490"/>
              <a:gd name="connsiteX4" fmla="*/ 225860 w 451491"/>
              <a:gd name="connsiteY4" fmla="*/ 451605 h 451490"/>
              <a:gd name="connsiteX5" fmla="*/ 373132 w 451491"/>
              <a:gd name="connsiteY5" fmla="*/ 261724 h 451490"/>
              <a:gd name="connsiteX6" fmla="*/ 384972 w 451491"/>
              <a:gd name="connsiteY6" fmla="*/ 232968 h 451490"/>
              <a:gd name="connsiteX7" fmla="*/ 373132 w 451491"/>
              <a:gd name="connsiteY7" fmla="*/ 203651 h 451490"/>
              <a:gd name="connsiteX8" fmla="*/ 343814 w 451491"/>
              <a:gd name="connsiteY8" fmla="*/ 191810 h 451490"/>
              <a:gd name="connsiteX9" fmla="*/ 314494 w 451491"/>
              <a:gd name="connsiteY9" fmla="*/ 203651 h 451490"/>
              <a:gd name="connsiteX10" fmla="*/ 312240 w 451491"/>
              <a:gd name="connsiteY10" fmla="*/ 207033 h 451490"/>
              <a:gd name="connsiteX11" fmla="*/ 244018 w 451491"/>
              <a:gd name="connsiteY11" fmla="*/ 178843 h 451490"/>
              <a:gd name="connsiteX12" fmla="*/ 244018 w 451491"/>
              <a:gd name="connsiteY12" fmla="*/ 168131 h 451490"/>
              <a:gd name="connsiteX13" fmla="*/ 224285 w 451491"/>
              <a:gd name="connsiteY13" fmla="*/ 119079 h 451490"/>
              <a:gd name="connsiteX14" fmla="*/ 174106 w 451491"/>
              <a:gd name="connsiteY14" fmla="*/ 98218 h 451490"/>
              <a:gd name="connsiteX15" fmla="*/ 125054 w 451491"/>
              <a:gd name="connsiteY15" fmla="*/ 119079 h 451490"/>
              <a:gd name="connsiteX16" fmla="*/ 104193 w 451491"/>
              <a:gd name="connsiteY16" fmla="*/ 168131 h 451490"/>
              <a:gd name="connsiteX17" fmla="*/ 125054 w 451491"/>
              <a:gd name="connsiteY17" fmla="*/ 218309 h 451490"/>
              <a:gd name="connsiteX18" fmla="*/ 162266 w 451491"/>
              <a:gd name="connsiteY18" fmla="*/ 238043 h 451490"/>
              <a:gd name="connsiteX19" fmla="*/ 162266 w 451491"/>
              <a:gd name="connsiteY19" fmla="*/ 276947 h 451490"/>
              <a:gd name="connsiteX20" fmla="*/ 142532 w 451491"/>
              <a:gd name="connsiteY20" fmla="*/ 288786 h 451490"/>
              <a:gd name="connsiteX21" fmla="*/ 127309 w 451491"/>
              <a:gd name="connsiteY21" fmla="*/ 325998 h 451490"/>
              <a:gd name="connsiteX22" fmla="*/ 142532 w 451491"/>
              <a:gd name="connsiteY22" fmla="*/ 363211 h 451490"/>
              <a:gd name="connsiteX23" fmla="*/ 179744 w 451491"/>
              <a:gd name="connsiteY23" fmla="*/ 378432 h 451490"/>
              <a:gd name="connsiteX24" fmla="*/ 216956 w 451491"/>
              <a:gd name="connsiteY24" fmla="*/ 363211 h 451490"/>
              <a:gd name="connsiteX25" fmla="*/ 232179 w 451491"/>
              <a:gd name="connsiteY25" fmla="*/ 325998 h 451490"/>
              <a:gd name="connsiteX26" fmla="*/ 231051 w 451491"/>
              <a:gd name="connsiteY26" fmla="*/ 314158 h 451490"/>
              <a:gd name="connsiteX27" fmla="*/ 316752 w 451491"/>
              <a:gd name="connsiteY27" fmla="*/ 262851 h 451490"/>
              <a:gd name="connsiteX28" fmla="*/ 343814 w 451491"/>
              <a:gd name="connsiteY28" fmla="*/ 273564 h 451490"/>
              <a:gd name="connsiteX29" fmla="*/ 373132 w 451491"/>
              <a:gd name="connsiteY29" fmla="*/ 261724 h 451490"/>
              <a:gd name="connsiteX30" fmla="*/ 304347 w 451491"/>
              <a:gd name="connsiteY30" fmla="*/ 227894 h 451490"/>
              <a:gd name="connsiteX31" fmla="*/ 302656 w 451491"/>
              <a:gd name="connsiteY31" fmla="*/ 231841 h 451490"/>
              <a:gd name="connsiteX32" fmla="*/ 304910 w 451491"/>
              <a:gd name="connsiteY32" fmla="*/ 243682 h 451490"/>
              <a:gd name="connsiteX33" fmla="*/ 219210 w 451491"/>
              <a:gd name="connsiteY33" fmla="*/ 291606 h 451490"/>
              <a:gd name="connsiteX34" fmla="*/ 216956 w 451491"/>
              <a:gd name="connsiteY34" fmla="*/ 288223 h 451490"/>
              <a:gd name="connsiteX35" fmla="*/ 185382 w 451491"/>
              <a:gd name="connsiteY35" fmla="*/ 274127 h 451490"/>
              <a:gd name="connsiteX36" fmla="*/ 185382 w 451491"/>
              <a:gd name="connsiteY36" fmla="*/ 238043 h 451490"/>
              <a:gd name="connsiteX37" fmla="*/ 224285 w 451491"/>
              <a:gd name="connsiteY37" fmla="*/ 218309 h 451490"/>
              <a:gd name="connsiteX38" fmla="*/ 236125 w 451491"/>
              <a:gd name="connsiteY38" fmla="*/ 201959 h 451490"/>
              <a:gd name="connsiteX39" fmla="*/ 304347 w 451491"/>
              <a:gd name="connsiteY39" fmla="*/ 227894 h 451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51491" h="451490">
                <a:moveTo>
                  <a:pt x="225860" y="451605"/>
                </a:moveTo>
                <a:cubicBezTo>
                  <a:pt x="101184" y="451605"/>
                  <a:pt x="114" y="350535"/>
                  <a:pt x="114" y="225859"/>
                </a:cubicBezTo>
                <a:cubicBezTo>
                  <a:pt x="114" y="101184"/>
                  <a:pt x="101184" y="114"/>
                  <a:pt x="225860" y="114"/>
                </a:cubicBezTo>
                <a:cubicBezTo>
                  <a:pt x="350536" y="114"/>
                  <a:pt x="451606" y="101184"/>
                  <a:pt x="451606" y="225859"/>
                </a:cubicBezTo>
                <a:cubicBezTo>
                  <a:pt x="451606" y="350535"/>
                  <a:pt x="350536" y="451605"/>
                  <a:pt x="225860" y="451605"/>
                </a:cubicBezTo>
                <a:moveTo>
                  <a:pt x="373132" y="261724"/>
                </a:moveTo>
                <a:cubicBezTo>
                  <a:pt x="381589" y="253831"/>
                  <a:pt x="384972" y="244246"/>
                  <a:pt x="384972" y="232968"/>
                </a:cubicBezTo>
                <a:cubicBezTo>
                  <a:pt x="384972" y="222257"/>
                  <a:pt x="381589" y="212108"/>
                  <a:pt x="373132" y="203651"/>
                </a:cubicBezTo>
                <a:cubicBezTo>
                  <a:pt x="364674" y="196322"/>
                  <a:pt x="355654" y="191810"/>
                  <a:pt x="343814" y="191810"/>
                </a:cubicBezTo>
                <a:cubicBezTo>
                  <a:pt x="333101" y="191810"/>
                  <a:pt x="322952" y="196885"/>
                  <a:pt x="314494" y="203651"/>
                </a:cubicBezTo>
                <a:cubicBezTo>
                  <a:pt x="314494" y="204779"/>
                  <a:pt x="313367" y="205906"/>
                  <a:pt x="312240" y="207033"/>
                </a:cubicBezTo>
                <a:lnTo>
                  <a:pt x="244018" y="178843"/>
                </a:lnTo>
                <a:lnTo>
                  <a:pt x="244018" y="168131"/>
                </a:lnTo>
                <a:cubicBezTo>
                  <a:pt x="244018" y="149525"/>
                  <a:pt x="237254" y="132047"/>
                  <a:pt x="224285" y="119079"/>
                </a:cubicBezTo>
                <a:cubicBezTo>
                  <a:pt x="210190" y="104984"/>
                  <a:pt x="193840" y="98218"/>
                  <a:pt x="174106" y="98218"/>
                </a:cubicBezTo>
                <a:cubicBezTo>
                  <a:pt x="155500" y="98218"/>
                  <a:pt x="138022" y="104984"/>
                  <a:pt x="125054" y="119079"/>
                </a:cubicBezTo>
                <a:cubicBezTo>
                  <a:pt x="110959" y="132047"/>
                  <a:pt x="104193" y="149525"/>
                  <a:pt x="104193" y="168131"/>
                </a:cubicBezTo>
                <a:cubicBezTo>
                  <a:pt x="104193" y="187864"/>
                  <a:pt x="110958" y="204215"/>
                  <a:pt x="125054" y="218309"/>
                </a:cubicBezTo>
                <a:cubicBezTo>
                  <a:pt x="135202" y="228458"/>
                  <a:pt x="148170" y="235789"/>
                  <a:pt x="162266" y="238043"/>
                </a:cubicBezTo>
                <a:lnTo>
                  <a:pt x="162266" y="276947"/>
                </a:lnTo>
                <a:cubicBezTo>
                  <a:pt x="155500" y="279201"/>
                  <a:pt x="148170" y="283148"/>
                  <a:pt x="142532" y="288786"/>
                </a:cubicBezTo>
                <a:cubicBezTo>
                  <a:pt x="132947" y="298935"/>
                  <a:pt x="127309" y="311902"/>
                  <a:pt x="127309" y="325998"/>
                </a:cubicBezTo>
                <a:cubicBezTo>
                  <a:pt x="127309" y="341221"/>
                  <a:pt x="132947" y="352497"/>
                  <a:pt x="142532" y="363211"/>
                </a:cubicBezTo>
                <a:cubicBezTo>
                  <a:pt x="152681" y="373922"/>
                  <a:pt x="165649" y="378432"/>
                  <a:pt x="179744" y="378432"/>
                </a:cubicBezTo>
                <a:cubicBezTo>
                  <a:pt x="194967" y="378432"/>
                  <a:pt x="206243" y="373922"/>
                  <a:pt x="216956" y="363211"/>
                </a:cubicBezTo>
                <a:cubicBezTo>
                  <a:pt x="227668" y="353060"/>
                  <a:pt x="232179" y="341221"/>
                  <a:pt x="232179" y="325998"/>
                </a:cubicBezTo>
                <a:cubicBezTo>
                  <a:pt x="232179" y="322615"/>
                  <a:pt x="232179" y="317541"/>
                  <a:pt x="231051" y="314158"/>
                </a:cubicBezTo>
                <a:lnTo>
                  <a:pt x="316752" y="262851"/>
                </a:lnTo>
                <a:cubicBezTo>
                  <a:pt x="324080" y="270181"/>
                  <a:pt x="333102" y="273564"/>
                  <a:pt x="343814" y="273564"/>
                </a:cubicBezTo>
                <a:cubicBezTo>
                  <a:pt x="355654" y="273564"/>
                  <a:pt x="365239" y="270181"/>
                  <a:pt x="373132" y="261724"/>
                </a:cubicBezTo>
                <a:moveTo>
                  <a:pt x="304347" y="227894"/>
                </a:moveTo>
                <a:cubicBezTo>
                  <a:pt x="303218" y="230150"/>
                  <a:pt x="303218" y="231277"/>
                  <a:pt x="302656" y="231841"/>
                </a:cubicBezTo>
                <a:cubicBezTo>
                  <a:pt x="302656" y="236916"/>
                  <a:pt x="303783" y="240299"/>
                  <a:pt x="304910" y="243682"/>
                </a:cubicBezTo>
                <a:lnTo>
                  <a:pt x="219210" y="291606"/>
                </a:lnTo>
                <a:cubicBezTo>
                  <a:pt x="218083" y="290477"/>
                  <a:pt x="216956" y="289350"/>
                  <a:pt x="216956" y="288223"/>
                </a:cubicBezTo>
                <a:cubicBezTo>
                  <a:pt x="207370" y="279765"/>
                  <a:pt x="198350" y="275255"/>
                  <a:pt x="185382" y="274127"/>
                </a:cubicBezTo>
                <a:lnTo>
                  <a:pt x="185382" y="238043"/>
                </a:lnTo>
                <a:cubicBezTo>
                  <a:pt x="200604" y="235789"/>
                  <a:pt x="212444" y="229023"/>
                  <a:pt x="224285" y="218309"/>
                </a:cubicBezTo>
                <a:cubicBezTo>
                  <a:pt x="229359" y="212672"/>
                  <a:pt x="233869" y="207598"/>
                  <a:pt x="236125" y="201959"/>
                </a:cubicBezTo>
                <a:lnTo>
                  <a:pt x="304347" y="227894"/>
                </a:lnTo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50000">
                <a:schemeClr val="accent2">
                  <a:alpha val="100000"/>
                </a:schemeClr>
              </a:gs>
            </a:gsLst>
            <a:lin ang="5400000" scaled="1"/>
          </a:gradFill>
          <a:ln w="15991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27"/>
          <p:cNvSpPr/>
          <p:nvPr>
            <p:custDataLst>
              <p:tags r:id="rId23"/>
            </p:custDataLst>
          </p:nvPr>
        </p:nvSpPr>
        <p:spPr>
          <a:xfrm>
            <a:off x="1822392" y="2937354"/>
            <a:ext cx="451028" cy="386528"/>
          </a:xfrm>
          <a:custGeom>
            <a:avLst/>
            <a:gdLst>
              <a:gd name="connsiteX0" fmla="*/ 323606 w 451491"/>
              <a:gd name="connsiteY0" fmla="*/ 140325 h 386925"/>
              <a:gd name="connsiteX1" fmla="*/ 314238 w 451491"/>
              <a:gd name="connsiteY1" fmla="*/ 144949 h 386925"/>
              <a:gd name="connsiteX2" fmla="*/ 316044 w 451491"/>
              <a:gd name="connsiteY2" fmla="*/ 161783 h 386925"/>
              <a:gd name="connsiteX3" fmla="*/ 361193 w 451491"/>
              <a:gd name="connsiteY3" fmla="*/ 197222 h 386925"/>
              <a:gd name="connsiteX4" fmla="*/ 316044 w 451491"/>
              <a:gd name="connsiteY4" fmla="*/ 235984 h 386925"/>
              <a:gd name="connsiteX5" fmla="*/ 316044 w 451491"/>
              <a:gd name="connsiteY5" fmla="*/ 252818 h 386925"/>
              <a:gd name="connsiteX6" fmla="*/ 334781 w 451491"/>
              <a:gd name="connsiteY6" fmla="*/ 252818 h 386925"/>
              <a:gd name="connsiteX7" fmla="*/ 391217 w 451491"/>
              <a:gd name="connsiteY7" fmla="*/ 203867 h 386925"/>
              <a:gd name="connsiteX8" fmla="*/ 395055 w 451491"/>
              <a:gd name="connsiteY8" fmla="*/ 193678 h 386925"/>
              <a:gd name="connsiteX9" fmla="*/ 389411 w 451491"/>
              <a:gd name="connsiteY9" fmla="*/ 185262 h 386925"/>
              <a:gd name="connsiteX10" fmla="*/ 332975 w 451491"/>
              <a:gd name="connsiteY10" fmla="*/ 143177 h 386925"/>
              <a:gd name="connsiteX11" fmla="*/ 323606 w 451491"/>
              <a:gd name="connsiteY11" fmla="*/ 140325 h 386925"/>
              <a:gd name="connsiteX12" fmla="*/ 248885 w 451491"/>
              <a:gd name="connsiteY12" fmla="*/ 138664 h 386925"/>
              <a:gd name="connsiteX13" fmla="*/ 240871 w 451491"/>
              <a:gd name="connsiteY13" fmla="*/ 144949 h 386925"/>
              <a:gd name="connsiteX14" fmla="*/ 184434 w 451491"/>
              <a:gd name="connsiteY14" fmla="*/ 235984 h 386925"/>
              <a:gd name="connsiteX15" fmla="*/ 190078 w 451491"/>
              <a:gd name="connsiteY15" fmla="*/ 252597 h 386925"/>
              <a:gd name="connsiteX16" fmla="*/ 197527 w 451491"/>
              <a:gd name="connsiteY16" fmla="*/ 254369 h 386925"/>
              <a:gd name="connsiteX17" fmla="*/ 208815 w 451491"/>
              <a:gd name="connsiteY17" fmla="*/ 247724 h 386925"/>
              <a:gd name="connsiteX18" fmla="*/ 265251 w 451491"/>
              <a:gd name="connsiteY18" fmla="*/ 156688 h 386925"/>
              <a:gd name="connsiteX19" fmla="*/ 259607 w 451491"/>
              <a:gd name="connsiteY19" fmla="*/ 139854 h 386925"/>
              <a:gd name="connsiteX20" fmla="*/ 248885 w 451491"/>
              <a:gd name="connsiteY20" fmla="*/ 138664 h 386925"/>
              <a:gd name="connsiteX21" fmla="*/ 128224 w 451491"/>
              <a:gd name="connsiteY21" fmla="*/ 138581 h 386925"/>
              <a:gd name="connsiteX22" fmla="*/ 118516 w 451491"/>
              <a:gd name="connsiteY22" fmla="*/ 141626 h 386925"/>
              <a:gd name="connsiteX23" fmla="*/ 62080 w 451491"/>
              <a:gd name="connsiteY23" fmla="*/ 183711 h 386925"/>
              <a:gd name="connsiteX24" fmla="*/ 56436 w 451491"/>
              <a:gd name="connsiteY24" fmla="*/ 190135 h 386925"/>
              <a:gd name="connsiteX25" fmla="*/ 60274 w 451491"/>
              <a:gd name="connsiteY25" fmla="*/ 200323 h 386925"/>
              <a:gd name="connsiteX26" fmla="*/ 116710 w 451491"/>
              <a:gd name="connsiteY26" fmla="*/ 249274 h 386925"/>
              <a:gd name="connsiteX27" fmla="*/ 135447 w 451491"/>
              <a:gd name="connsiteY27" fmla="*/ 249274 h 386925"/>
              <a:gd name="connsiteX28" fmla="*/ 137479 w 451491"/>
              <a:gd name="connsiteY28" fmla="*/ 247281 h 386925"/>
              <a:gd name="connsiteX29" fmla="*/ 135447 w 451491"/>
              <a:gd name="connsiteY29" fmla="*/ 232441 h 386925"/>
              <a:gd name="connsiteX30" fmla="*/ 90298 w 451491"/>
              <a:gd name="connsiteY30" fmla="*/ 193678 h 386925"/>
              <a:gd name="connsiteX31" fmla="*/ 135447 w 451491"/>
              <a:gd name="connsiteY31" fmla="*/ 160011 h 386925"/>
              <a:gd name="connsiteX32" fmla="*/ 137705 w 451491"/>
              <a:gd name="connsiteY32" fmla="*/ 158239 h 386925"/>
              <a:gd name="connsiteX33" fmla="*/ 137253 w 451491"/>
              <a:gd name="connsiteY33" fmla="*/ 143177 h 386925"/>
              <a:gd name="connsiteX34" fmla="*/ 128224 w 451491"/>
              <a:gd name="connsiteY34" fmla="*/ 138581 h 386925"/>
              <a:gd name="connsiteX35" fmla="*/ 0 w 451491"/>
              <a:gd name="connsiteY35" fmla="*/ 85809 h 386925"/>
              <a:gd name="connsiteX36" fmla="*/ 451491 w 451491"/>
              <a:gd name="connsiteY36" fmla="*/ 85809 h 386925"/>
              <a:gd name="connsiteX37" fmla="*/ 451491 w 451491"/>
              <a:gd name="connsiteY37" fmla="*/ 271424 h 386925"/>
              <a:gd name="connsiteX38" fmla="*/ 395055 w 451491"/>
              <a:gd name="connsiteY38" fmla="*/ 322148 h 386925"/>
              <a:gd name="connsiteX39" fmla="*/ 257995 w 451491"/>
              <a:gd name="connsiteY39" fmla="*/ 322148 h 386925"/>
              <a:gd name="connsiteX40" fmla="*/ 257995 w 451491"/>
              <a:gd name="connsiteY40" fmla="*/ 354676 h 386925"/>
              <a:gd name="connsiteX41" fmla="*/ 403762 w 451491"/>
              <a:gd name="connsiteY41" fmla="*/ 354676 h 386925"/>
              <a:gd name="connsiteX42" fmla="*/ 419241 w 451491"/>
              <a:gd name="connsiteY42" fmla="*/ 370800 h 386925"/>
              <a:gd name="connsiteX43" fmla="*/ 403762 w 451491"/>
              <a:gd name="connsiteY43" fmla="*/ 386925 h 386925"/>
              <a:gd name="connsiteX44" fmla="*/ 47729 w 451491"/>
              <a:gd name="connsiteY44" fmla="*/ 386925 h 386925"/>
              <a:gd name="connsiteX45" fmla="*/ 32249 w 451491"/>
              <a:gd name="connsiteY45" fmla="*/ 370800 h 386925"/>
              <a:gd name="connsiteX46" fmla="*/ 47729 w 451491"/>
              <a:gd name="connsiteY46" fmla="*/ 354676 h 386925"/>
              <a:gd name="connsiteX47" fmla="*/ 193496 w 451491"/>
              <a:gd name="connsiteY47" fmla="*/ 354676 h 386925"/>
              <a:gd name="connsiteX48" fmla="*/ 193496 w 451491"/>
              <a:gd name="connsiteY48" fmla="*/ 322148 h 386925"/>
              <a:gd name="connsiteX49" fmla="*/ 56436 w 451491"/>
              <a:gd name="connsiteY49" fmla="*/ 322148 h 386925"/>
              <a:gd name="connsiteX50" fmla="*/ 0 w 451491"/>
              <a:gd name="connsiteY50" fmla="*/ 271424 h 386925"/>
              <a:gd name="connsiteX51" fmla="*/ 56436 w 451491"/>
              <a:gd name="connsiteY51" fmla="*/ 0 h 386925"/>
              <a:gd name="connsiteX52" fmla="*/ 395055 w 451491"/>
              <a:gd name="connsiteY52" fmla="*/ 0 h 386925"/>
              <a:gd name="connsiteX53" fmla="*/ 451491 w 451491"/>
              <a:gd name="connsiteY53" fmla="*/ 50723 h 386925"/>
              <a:gd name="connsiteX54" fmla="*/ 451491 w 451491"/>
              <a:gd name="connsiteY54" fmla="*/ 69196 h 386925"/>
              <a:gd name="connsiteX55" fmla="*/ 0 w 451491"/>
              <a:gd name="connsiteY55" fmla="*/ 69196 h 386925"/>
              <a:gd name="connsiteX56" fmla="*/ 0 w 451491"/>
              <a:gd name="connsiteY56" fmla="*/ 50723 h 386925"/>
              <a:gd name="connsiteX57" fmla="*/ 56436 w 451491"/>
              <a:gd name="connsiteY57" fmla="*/ 0 h 38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51491" h="386925">
                <a:moveTo>
                  <a:pt x="323606" y="140325"/>
                </a:moveTo>
                <a:cubicBezTo>
                  <a:pt x="320333" y="140740"/>
                  <a:pt x="317060" y="142402"/>
                  <a:pt x="314238" y="144949"/>
                </a:cubicBezTo>
                <a:cubicBezTo>
                  <a:pt x="308594" y="150043"/>
                  <a:pt x="310400" y="156688"/>
                  <a:pt x="316044" y="161783"/>
                </a:cubicBezTo>
                <a:lnTo>
                  <a:pt x="361193" y="197222"/>
                </a:lnTo>
                <a:lnTo>
                  <a:pt x="316044" y="235984"/>
                </a:lnTo>
                <a:cubicBezTo>
                  <a:pt x="310400" y="239307"/>
                  <a:pt x="310400" y="247724"/>
                  <a:pt x="316044" y="252818"/>
                </a:cubicBezTo>
                <a:cubicBezTo>
                  <a:pt x="321462" y="257248"/>
                  <a:pt x="329363" y="257248"/>
                  <a:pt x="334781" y="252818"/>
                </a:cubicBezTo>
                <a:lnTo>
                  <a:pt x="391217" y="203867"/>
                </a:lnTo>
                <a:cubicBezTo>
                  <a:pt x="393249" y="200766"/>
                  <a:pt x="394603" y="197222"/>
                  <a:pt x="395055" y="193678"/>
                </a:cubicBezTo>
                <a:cubicBezTo>
                  <a:pt x="395055" y="190135"/>
                  <a:pt x="392797" y="186812"/>
                  <a:pt x="389411" y="185262"/>
                </a:cubicBezTo>
                <a:lnTo>
                  <a:pt x="332975" y="143177"/>
                </a:lnTo>
                <a:cubicBezTo>
                  <a:pt x="330153" y="140741"/>
                  <a:pt x="326880" y="139910"/>
                  <a:pt x="323606" y="140325"/>
                </a:cubicBezTo>
                <a:close/>
                <a:moveTo>
                  <a:pt x="248885" y="138664"/>
                </a:moveTo>
                <a:cubicBezTo>
                  <a:pt x="245611" y="139522"/>
                  <a:pt x="242790" y="141627"/>
                  <a:pt x="240871" y="144949"/>
                </a:cubicBezTo>
                <a:lnTo>
                  <a:pt x="184434" y="235984"/>
                </a:lnTo>
                <a:cubicBezTo>
                  <a:pt x="180596" y="242851"/>
                  <a:pt x="184434" y="249496"/>
                  <a:pt x="190078" y="252597"/>
                </a:cubicBezTo>
                <a:cubicBezTo>
                  <a:pt x="191884" y="254369"/>
                  <a:pt x="195721" y="254369"/>
                  <a:pt x="197527" y="254369"/>
                </a:cubicBezTo>
                <a:cubicBezTo>
                  <a:pt x="202042" y="253926"/>
                  <a:pt x="206331" y="251489"/>
                  <a:pt x="208815" y="247724"/>
                </a:cubicBezTo>
                <a:lnTo>
                  <a:pt x="265251" y="156688"/>
                </a:lnTo>
                <a:cubicBezTo>
                  <a:pt x="269089" y="150043"/>
                  <a:pt x="267057" y="143177"/>
                  <a:pt x="259607" y="139854"/>
                </a:cubicBezTo>
                <a:cubicBezTo>
                  <a:pt x="255883" y="138193"/>
                  <a:pt x="252158" y="137806"/>
                  <a:pt x="248885" y="138664"/>
                </a:cubicBezTo>
                <a:close/>
                <a:moveTo>
                  <a:pt x="128224" y="138581"/>
                </a:moveTo>
                <a:cubicBezTo>
                  <a:pt x="124837" y="138304"/>
                  <a:pt x="121338" y="139301"/>
                  <a:pt x="118516" y="141626"/>
                </a:cubicBezTo>
                <a:lnTo>
                  <a:pt x="62080" y="183711"/>
                </a:lnTo>
                <a:cubicBezTo>
                  <a:pt x="58242" y="187034"/>
                  <a:pt x="56436" y="188805"/>
                  <a:pt x="56436" y="190135"/>
                </a:cubicBezTo>
                <a:cubicBezTo>
                  <a:pt x="56211" y="193900"/>
                  <a:pt x="57565" y="197665"/>
                  <a:pt x="60274" y="200323"/>
                </a:cubicBezTo>
                <a:lnTo>
                  <a:pt x="116710" y="249274"/>
                </a:lnTo>
                <a:cubicBezTo>
                  <a:pt x="122128" y="253705"/>
                  <a:pt x="130029" y="253705"/>
                  <a:pt x="135447" y="249274"/>
                </a:cubicBezTo>
                <a:cubicBezTo>
                  <a:pt x="136350" y="248610"/>
                  <a:pt x="136802" y="247945"/>
                  <a:pt x="137479" y="247281"/>
                </a:cubicBezTo>
                <a:cubicBezTo>
                  <a:pt x="141091" y="242629"/>
                  <a:pt x="140188" y="235984"/>
                  <a:pt x="135447" y="232441"/>
                </a:cubicBezTo>
                <a:lnTo>
                  <a:pt x="90298" y="193678"/>
                </a:lnTo>
                <a:lnTo>
                  <a:pt x="135447" y="160011"/>
                </a:lnTo>
                <a:cubicBezTo>
                  <a:pt x="136350" y="159568"/>
                  <a:pt x="137028" y="158903"/>
                  <a:pt x="137705" y="158239"/>
                </a:cubicBezTo>
                <a:cubicBezTo>
                  <a:pt x="141768" y="154030"/>
                  <a:pt x="141542" y="147164"/>
                  <a:pt x="137253" y="143177"/>
                </a:cubicBezTo>
                <a:cubicBezTo>
                  <a:pt x="134883" y="140408"/>
                  <a:pt x="131610" y="138858"/>
                  <a:pt x="128224" y="138581"/>
                </a:cubicBezTo>
                <a:close/>
                <a:moveTo>
                  <a:pt x="0" y="85809"/>
                </a:moveTo>
                <a:lnTo>
                  <a:pt x="451491" y="85809"/>
                </a:lnTo>
                <a:lnTo>
                  <a:pt x="451491" y="271424"/>
                </a:lnTo>
                <a:cubicBezTo>
                  <a:pt x="451491" y="300218"/>
                  <a:pt x="427111" y="322148"/>
                  <a:pt x="395055" y="322148"/>
                </a:cubicBezTo>
                <a:lnTo>
                  <a:pt x="257995" y="322148"/>
                </a:lnTo>
                <a:lnTo>
                  <a:pt x="257995" y="354676"/>
                </a:lnTo>
                <a:lnTo>
                  <a:pt x="403762" y="354676"/>
                </a:lnTo>
                <a:cubicBezTo>
                  <a:pt x="412311" y="354676"/>
                  <a:pt x="419241" y="361895"/>
                  <a:pt x="419241" y="370800"/>
                </a:cubicBezTo>
                <a:cubicBezTo>
                  <a:pt x="419241" y="379706"/>
                  <a:pt x="412311" y="386925"/>
                  <a:pt x="403762" y="386925"/>
                </a:cubicBezTo>
                <a:lnTo>
                  <a:pt x="47729" y="386925"/>
                </a:lnTo>
                <a:cubicBezTo>
                  <a:pt x="39180" y="386925"/>
                  <a:pt x="32249" y="379706"/>
                  <a:pt x="32249" y="370800"/>
                </a:cubicBezTo>
                <a:cubicBezTo>
                  <a:pt x="32249" y="361895"/>
                  <a:pt x="39180" y="354676"/>
                  <a:pt x="47729" y="354676"/>
                </a:cubicBezTo>
                <a:lnTo>
                  <a:pt x="193496" y="354676"/>
                </a:lnTo>
                <a:lnTo>
                  <a:pt x="193496" y="322148"/>
                </a:lnTo>
                <a:lnTo>
                  <a:pt x="56436" y="322148"/>
                </a:lnTo>
                <a:cubicBezTo>
                  <a:pt x="24381" y="322148"/>
                  <a:pt x="0" y="300218"/>
                  <a:pt x="0" y="271424"/>
                </a:cubicBezTo>
                <a:close/>
                <a:moveTo>
                  <a:pt x="56436" y="0"/>
                </a:moveTo>
                <a:lnTo>
                  <a:pt x="395055" y="0"/>
                </a:lnTo>
                <a:cubicBezTo>
                  <a:pt x="427111" y="0"/>
                  <a:pt x="451491" y="21928"/>
                  <a:pt x="451491" y="50723"/>
                </a:cubicBezTo>
                <a:lnTo>
                  <a:pt x="451491" y="69196"/>
                </a:lnTo>
                <a:lnTo>
                  <a:pt x="0" y="69196"/>
                </a:lnTo>
                <a:lnTo>
                  <a:pt x="0" y="50723"/>
                </a:lnTo>
                <a:cubicBezTo>
                  <a:pt x="0" y="21928"/>
                  <a:pt x="24381" y="0"/>
                  <a:pt x="5643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50000">
                <a:schemeClr val="accent1">
                  <a:alpha val="100000"/>
                </a:schemeClr>
              </a:gs>
            </a:gsLst>
            <a:lin ang="5400000" scaled="1"/>
          </a:gradFill>
          <a:ln w="15991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43" name="直接连接符 2"/>
          <p:cNvCxnSpPr/>
          <p:nvPr>
            <p:custDataLst>
              <p:tags r:id="rId24"/>
            </p:custDataLst>
          </p:nvPr>
        </p:nvCxnSpPr>
        <p:spPr>
          <a:xfrm flipH="1">
            <a:off x="2047586" y="4377326"/>
            <a:ext cx="7612" cy="557428"/>
          </a:xfrm>
          <a:prstGeom prst="line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3"/>
          <p:cNvCxnSpPr/>
          <p:nvPr>
            <p:custDataLst>
              <p:tags r:id="rId25"/>
            </p:custDataLst>
          </p:nvPr>
        </p:nvCxnSpPr>
        <p:spPr>
          <a:xfrm flipH="1">
            <a:off x="4069890" y="2621448"/>
            <a:ext cx="7612" cy="485502"/>
          </a:xfrm>
          <a:prstGeom prst="line">
            <a:avLst/>
          </a:prstGeom>
          <a:ln w="31750" cap="rnd">
            <a:solidFill>
              <a:schemeClr val="accent2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8"/>
          <p:cNvCxnSpPr/>
          <p:nvPr>
            <p:custDataLst>
              <p:tags r:id="rId26"/>
            </p:custDataLst>
          </p:nvPr>
        </p:nvCxnSpPr>
        <p:spPr>
          <a:xfrm flipH="1">
            <a:off x="6109322" y="4422999"/>
            <a:ext cx="7612" cy="557428"/>
          </a:xfrm>
          <a:prstGeom prst="line">
            <a:avLst/>
          </a:prstGeom>
          <a:ln w="31750" cap="rnd">
            <a:solidFill>
              <a:schemeClr val="accent3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9"/>
          <p:cNvCxnSpPr/>
          <p:nvPr>
            <p:custDataLst>
              <p:tags r:id="rId27"/>
            </p:custDataLst>
          </p:nvPr>
        </p:nvCxnSpPr>
        <p:spPr>
          <a:xfrm flipH="1">
            <a:off x="8122110" y="2630329"/>
            <a:ext cx="7612" cy="485502"/>
          </a:xfrm>
          <a:prstGeom prst="line">
            <a:avLst/>
          </a:prstGeom>
          <a:ln w="31750" cap="rnd">
            <a:solidFill>
              <a:schemeClr val="accent4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10"/>
          <p:cNvCxnSpPr/>
          <p:nvPr>
            <p:custDataLst>
              <p:tags r:id="rId28"/>
            </p:custDataLst>
          </p:nvPr>
        </p:nvCxnSpPr>
        <p:spPr>
          <a:xfrm flipH="1">
            <a:off x="10148221" y="4412849"/>
            <a:ext cx="7612" cy="557428"/>
          </a:xfrm>
          <a:prstGeom prst="line">
            <a:avLst/>
          </a:prstGeom>
          <a:ln w="31750" cap="rnd">
            <a:solidFill>
              <a:schemeClr val="accent5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01308" y="397566"/>
            <a:ext cx="10788750" cy="791175"/>
          </a:xfrm>
        </p:spPr>
        <p:txBody>
          <a:bodyPr wrap="square">
            <a:normAutofit/>
          </a:bodyPr>
          <a:lstStyle/>
          <a:p>
            <a:r>
              <a:rPr lang="en-US" spc="0" dirty="0">
                <a:solidFill>
                  <a:schemeClr val="tx1"/>
                </a:solidFill>
                <a:latin typeface="+mj-lt"/>
              </a:rPr>
              <a:t>Scheduling Algorithm: DSATUR Heuristic</a:t>
            </a:r>
            <a:endParaRPr lang="en-US" spc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任意多边形: 形状 34"/>
          <p:cNvSpPr/>
          <p:nvPr>
            <p:custDataLst>
              <p:tags r:id="rId2"/>
            </p:custDataLst>
          </p:nvPr>
        </p:nvSpPr>
        <p:spPr>
          <a:xfrm>
            <a:off x="4322469" y="2318790"/>
            <a:ext cx="1462250" cy="4538386"/>
          </a:xfrm>
          <a:custGeom>
            <a:avLst/>
            <a:gdLst>
              <a:gd name="connsiteX0" fmla="*/ 1115572 w 1430454"/>
              <a:gd name="connsiteY0" fmla="*/ 0 h 4439702"/>
              <a:gd name="connsiteX1" fmla="*/ 1149591 w 1430454"/>
              <a:gd name="connsiteY1" fmla="*/ 15551 h 4439702"/>
              <a:gd name="connsiteX2" fmla="*/ 1417390 w 1430454"/>
              <a:gd name="connsiteY2" fmla="*/ 329088 h 4439702"/>
              <a:gd name="connsiteX3" fmla="*/ 1426881 w 1430454"/>
              <a:gd name="connsiteY3" fmla="*/ 351315 h 4439702"/>
              <a:gd name="connsiteX4" fmla="*/ 1424385 w 1430454"/>
              <a:gd name="connsiteY4" fmla="*/ 368984 h 4439702"/>
              <a:gd name="connsiteX5" fmla="*/ 1427297 w 1430454"/>
              <a:gd name="connsiteY5" fmla="*/ 368984 h 4439702"/>
              <a:gd name="connsiteX6" fmla="*/ 1427297 w 1430454"/>
              <a:gd name="connsiteY6" fmla="*/ 3573360 h 4439702"/>
              <a:gd name="connsiteX7" fmla="*/ 1430454 w 1430454"/>
              <a:gd name="connsiteY7" fmla="*/ 3573360 h 4439702"/>
              <a:gd name="connsiteX8" fmla="*/ 1220567 w 1430454"/>
              <a:gd name="connsiteY8" fmla="*/ 4439702 h 4439702"/>
              <a:gd name="connsiteX9" fmla="*/ 0 w 1430454"/>
              <a:gd name="connsiteY9" fmla="*/ 4439679 h 4439702"/>
              <a:gd name="connsiteX10" fmla="*/ 804978 w 1430454"/>
              <a:gd name="connsiteY10" fmla="*/ 3574767 h 4439702"/>
              <a:gd name="connsiteX11" fmla="*/ 803843 w 1430454"/>
              <a:gd name="connsiteY11" fmla="*/ 3574767 h 4439702"/>
              <a:gd name="connsiteX12" fmla="*/ 803843 w 1430454"/>
              <a:gd name="connsiteY12" fmla="*/ 368984 h 4439702"/>
              <a:gd name="connsiteX13" fmla="*/ 806758 w 1430454"/>
              <a:gd name="connsiteY13" fmla="*/ 368984 h 4439702"/>
              <a:gd name="connsiteX14" fmla="*/ 804255 w 1430454"/>
              <a:gd name="connsiteY14" fmla="*/ 351326 h 4439702"/>
              <a:gd name="connsiteX15" fmla="*/ 813735 w 1430454"/>
              <a:gd name="connsiteY15" fmla="*/ 329114 h 4439702"/>
              <a:gd name="connsiteX16" fmla="*/ 1081533 w 1430454"/>
              <a:gd name="connsiteY16" fmla="*/ 15577 h 4439702"/>
              <a:gd name="connsiteX17" fmla="*/ 1115572 w 1430454"/>
              <a:gd name="connsiteY17" fmla="*/ 0 h 4439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30454" h="4439702">
                <a:moveTo>
                  <a:pt x="1115572" y="0"/>
                </a:moveTo>
                <a:cubicBezTo>
                  <a:pt x="1128614" y="2"/>
                  <a:pt x="1141239" y="5773"/>
                  <a:pt x="1149591" y="15551"/>
                </a:cubicBezTo>
                <a:cubicBezTo>
                  <a:pt x="1149592" y="15552"/>
                  <a:pt x="1417391" y="329089"/>
                  <a:pt x="1417390" y="329088"/>
                </a:cubicBezTo>
                <a:cubicBezTo>
                  <a:pt x="1422548" y="335128"/>
                  <a:pt x="1425786" y="343086"/>
                  <a:pt x="1426881" y="351315"/>
                </a:cubicBezTo>
                <a:lnTo>
                  <a:pt x="1424385" y="368984"/>
                </a:lnTo>
                <a:lnTo>
                  <a:pt x="1427297" y="368984"/>
                </a:lnTo>
                <a:lnTo>
                  <a:pt x="1427297" y="3573360"/>
                </a:lnTo>
                <a:lnTo>
                  <a:pt x="1430454" y="3573360"/>
                </a:lnTo>
                <a:lnTo>
                  <a:pt x="1220567" y="4439702"/>
                </a:lnTo>
                <a:lnTo>
                  <a:pt x="0" y="4439679"/>
                </a:lnTo>
                <a:lnTo>
                  <a:pt x="804978" y="3574767"/>
                </a:lnTo>
                <a:lnTo>
                  <a:pt x="803843" y="3574767"/>
                </a:lnTo>
                <a:lnTo>
                  <a:pt x="803843" y="368984"/>
                </a:lnTo>
                <a:lnTo>
                  <a:pt x="806758" y="368984"/>
                </a:lnTo>
                <a:lnTo>
                  <a:pt x="804255" y="351326"/>
                </a:lnTo>
                <a:cubicBezTo>
                  <a:pt x="805344" y="343105"/>
                  <a:pt x="808577" y="335154"/>
                  <a:pt x="813735" y="329114"/>
                </a:cubicBezTo>
                <a:cubicBezTo>
                  <a:pt x="813736" y="329115"/>
                  <a:pt x="1081534" y="15578"/>
                  <a:pt x="1081533" y="15577"/>
                </a:cubicBezTo>
                <a:cubicBezTo>
                  <a:pt x="1089886" y="5799"/>
                  <a:pt x="1102532" y="1"/>
                  <a:pt x="1115572" y="0"/>
                </a:cubicBezTo>
                <a:close/>
              </a:path>
            </a:pathLst>
          </a:custGeom>
          <a:solidFill>
            <a:schemeClr val="accent2">
              <a:lumMod val="70000"/>
              <a:lumOff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2">
                  <a:lumMod val="80000"/>
                  <a:lumOff val="20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任意多边形: 形状 26"/>
          <p:cNvSpPr/>
          <p:nvPr>
            <p:custDataLst>
              <p:tags r:id="rId3"/>
            </p:custDataLst>
          </p:nvPr>
        </p:nvSpPr>
        <p:spPr>
          <a:xfrm>
            <a:off x="6406990" y="2855462"/>
            <a:ext cx="1462250" cy="4001354"/>
          </a:xfrm>
          <a:custGeom>
            <a:avLst/>
            <a:gdLst>
              <a:gd name="connsiteX0" fmla="*/ 314394 w 1430454"/>
              <a:gd name="connsiteY0" fmla="*/ 0 h 3914347"/>
              <a:gd name="connsiteX1" fmla="*/ 348413 w 1430454"/>
              <a:gd name="connsiteY1" fmla="*/ 15551 h 3914347"/>
              <a:gd name="connsiteX2" fmla="*/ 616212 w 1430454"/>
              <a:gd name="connsiteY2" fmla="*/ 329088 h 3914347"/>
              <a:gd name="connsiteX3" fmla="*/ 625703 w 1430454"/>
              <a:gd name="connsiteY3" fmla="*/ 351315 h 3914347"/>
              <a:gd name="connsiteX4" fmla="*/ 624552 w 1430454"/>
              <a:gd name="connsiteY4" fmla="*/ 359464 h 3914347"/>
              <a:gd name="connsiteX5" fmla="*/ 626121 w 1430454"/>
              <a:gd name="connsiteY5" fmla="*/ 359464 h 3914347"/>
              <a:gd name="connsiteX6" fmla="*/ 626121 w 1430454"/>
              <a:gd name="connsiteY6" fmla="*/ 3049412 h 3914347"/>
              <a:gd name="connsiteX7" fmla="*/ 625476 w 1430454"/>
              <a:gd name="connsiteY7" fmla="*/ 3049412 h 3914347"/>
              <a:gd name="connsiteX8" fmla="*/ 1430454 w 1430454"/>
              <a:gd name="connsiteY8" fmla="*/ 3914324 h 3914347"/>
              <a:gd name="connsiteX9" fmla="*/ 209888 w 1430454"/>
              <a:gd name="connsiteY9" fmla="*/ 3914347 h 3914347"/>
              <a:gd name="connsiteX10" fmla="*/ 0 w 1430454"/>
              <a:gd name="connsiteY10" fmla="*/ 3048005 h 3914347"/>
              <a:gd name="connsiteX11" fmla="*/ 2667 w 1430454"/>
              <a:gd name="connsiteY11" fmla="*/ 3048005 h 3914347"/>
              <a:gd name="connsiteX12" fmla="*/ 2667 w 1430454"/>
              <a:gd name="connsiteY12" fmla="*/ 359464 h 3914347"/>
              <a:gd name="connsiteX13" fmla="*/ 4231 w 1430454"/>
              <a:gd name="connsiteY13" fmla="*/ 359464 h 3914347"/>
              <a:gd name="connsiteX14" fmla="*/ 3077 w 1430454"/>
              <a:gd name="connsiteY14" fmla="*/ 351326 h 3914347"/>
              <a:gd name="connsiteX15" fmla="*/ 12557 w 1430454"/>
              <a:gd name="connsiteY15" fmla="*/ 329114 h 3914347"/>
              <a:gd name="connsiteX16" fmla="*/ 280355 w 1430454"/>
              <a:gd name="connsiteY16" fmla="*/ 15577 h 3914347"/>
              <a:gd name="connsiteX17" fmla="*/ 314394 w 1430454"/>
              <a:gd name="connsiteY17" fmla="*/ 0 h 3914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30454" h="3914347">
                <a:moveTo>
                  <a:pt x="314394" y="0"/>
                </a:moveTo>
                <a:cubicBezTo>
                  <a:pt x="327436" y="2"/>
                  <a:pt x="340061" y="5773"/>
                  <a:pt x="348413" y="15551"/>
                </a:cubicBezTo>
                <a:cubicBezTo>
                  <a:pt x="348414" y="15552"/>
                  <a:pt x="616213" y="329089"/>
                  <a:pt x="616212" y="329088"/>
                </a:cubicBezTo>
                <a:cubicBezTo>
                  <a:pt x="621370" y="335128"/>
                  <a:pt x="624608" y="343086"/>
                  <a:pt x="625703" y="351315"/>
                </a:cubicBezTo>
                <a:lnTo>
                  <a:pt x="624552" y="359464"/>
                </a:lnTo>
                <a:lnTo>
                  <a:pt x="626121" y="359464"/>
                </a:lnTo>
                <a:lnTo>
                  <a:pt x="626121" y="3049412"/>
                </a:lnTo>
                <a:lnTo>
                  <a:pt x="625476" y="3049412"/>
                </a:lnTo>
                <a:lnTo>
                  <a:pt x="1430454" y="3914324"/>
                </a:lnTo>
                <a:lnTo>
                  <a:pt x="209888" y="3914347"/>
                </a:lnTo>
                <a:lnTo>
                  <a:pt x="0" y="3048005"/>
                </a:lnTo>
                <a:lnTo>
                  <a:pt x="2667" y="3048005"/>
                </a:lnTo>
                <a:lnTo>
                  <a:pt x="2667" y="359464"/>
                </a:lnTo>
                <a:lnTo>
                  <a:pt x="4231" y="359464"/>
                </a:lnTo>
                <a:lnTo>
                  <a:pt x="3077" y="351326"/>
                </a:lnTo>
                <a:cubicBezTo>
                  <a:pt x="4166" y="343105"/>
                  <a:pt x="7399" y="335154"/>
                  <a:pt x="12557" y="329114"/>
                </a:cubicBezTo>
                <a:cubicBezTo>
                  <a:pt x="12558" y="329115"/>
                  <a:pt x="280356" y="15578"/>
                  <a:pt x="280355" y="15577"/>
                </a:cubicBezTo>
                <a:cubicBezTo>
                  <a:pt x="288708" y="5799"/>
                  <a:pt x="301354" y="1"/>
                  <a:pt x="31439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任意多边形: 形状 31"/>
          <p:cNvSpPr/>
          <p:nvPr>
            <p:custDataLst>
              <p:tags r:id="rId4"/>
            </p:custDataLst>
          </p:nvPr>
        </p:nvSpPr>
        <p:spPr>
          <a:xfrm>
            <a:off x="7041354" y="3453668"/>
            <a:ext cx="1851121" cy="3403261"/>
          </a:xfrm>
          <a:custGeom>
            <a:avLst/>
            <a:gdLst>
              <a:gd name="connsiteX0" fmla="*/ 314642 w 1810870"/>
              <a:gd name="connsiteY0" fmla="*/ 0 h 3329259"/>
              <a:gd name="connsiteX1" fmla="*/ 348661 w 1810870"/>
              <a:gd name="connsiteY1" fmla="*/ 15551 h 3329259"/>
              <a:gd name="connsiteX2" fmla="*/ 616460 w 1810870"/>
              <a:gd name="connsiteY2" fmla="*/ 329088 h 3329259"/>
              <a:gd name="connsiteX3" fmla="*/ 625951 w 1810870"/>
              <a:gd name="connsiteY3" fmla="*/ 351315 h 3329259"/>
              <a:gd name="connsiteX4" fmla="*/ 624800 w 1810870"/>
              <a:gd name="connsiteY4" fmla="*/ 359464 h 3329259"/>
              <a:gd name="connsiteX5" fmla="*/ 626370 w 1810870"/>
              <a:gd name="connsiteY5" fmla="*/ 359464 h 3329259"/>
              <a:gd name="connsiteX6" fmla="*/ 626370 w 1810870"/>
              <a:gd name="connsiteY6" fmla="*/ 2464504 h 3329259"/>
              <a:gd name="connsiteX7" fmla="*/ 628442 w 1810870"/>
              <a:gd name="connsiteY7" fmla="*/ 2464504 h 3329259"/>
              <a:gd name="connsiteX8" fmla="*/ 1810870 w 1810870"/>
              <a:gd name="connsiteY8" fmla="*/ 3329259 h 3329259"/>
              <a:gd name="connsiteX9" fmla="*/ 804051 w 1810870"/>
              <a:gd name="connsiteY9" fmla="*/ 3328603 h 3329259"/>
              <a:gd name="connsiteX10" fmla="*/ 3144 w 1810870"/>
              <a:gd name="connsiteY10" fmla="*/ 2467882 h 3329259"/>
              <a:gd name="connsiteX11" fmla="*/ 2916 w 1810870"/>
              <a:gd name="connsiteY11" fmla="*/ 2467882 h 3329259"/>
              <a:gd name="connsiteX12" fmla="*/ 2916 w 1810870"/>
              <a:gd name="connsiteY12" fmla="*/ 2467638 h 3329259"/>
              <a:gd name="connsiteX13" fmla="*/ 0 w 1810870"/>
              <a:gd name="connsiteY13" fmla="*/ 2464504 h 3329259"/>
              <a:gd name="connsiteX14" fmla="*/ 2916 w 1810870"/>
              <a:gd name="connsiteY14" fmla="*/ 2464504 h 3329259"/>
              <a:gd name="connsiteX15" fmla="*/ 2916 w 1810870"/>
              <a:gd name="connsiteY15" fmla="*/ 359464 h 3329259"/>
              <a:gd name="connsiteX16" fmla="*/ 4479 w 1810870"/>
              <a:gd name="connsiteY16" fmla="*/ 359464 h 3329259"/>
              <a:gd name="connsiteX17" fmla="*/ 3325 w 1810870"/>
              <a:gd name="connsiteY17" fmla="*/ 351326 h 3329259"/>
              <a:gd name="connsiteX18" fmla="*/ 12805 w 1810870"/>
              <a:gd name="connsiteY18" fmla="*/ 329114 h 3329259"/>
              <a:gd name="connsiteX19" fmla="*/ 280603 w 1810870"/>
              <a:gd name="connsiteY19" fmla="*/ 15577 h 3329259"/>
              <a:gd name="connsiteX20" fmla="*/ 314642 w 1810870"/>
              <a:gd name="connsiteY20" fmla="*/ 0 h 332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810870" h="3329259">
                <a:moveTo>
                  <a:pt x="314642" y="0"/>
                </a:moveTo>
                <a:cubicBezTo>
                  <a:pt x="327684" y="2"/>
                  <a:pt x="340309" y="5773"/>
                  <a:pt x="348661" y="15551"/>
                </a:cubicBezTo>
                <a:cubicBezTo>
                  <a:pt x="348662" y="15552"/>
                  <a:pt x="616461" y="329089"/>
                  <a:pt x="616460" y="329088"/>
                </a:cubicBezTo>
                <a:cubicBezTo>
                  <a:pt x="621618" y="335128"/>
                  <a:pt x="624856" y="343086"/>
                  <a:pt x="625951" y="351315"/>
                </a:cubicBezTo>
                <a:lnTo>
                  <a:pt x="624800" y="359464"/>
                </a:lnTo>
                <a:lnTo>
                  <a:pt x="626370" y="359464"/>
                </a:lnTo>
                <a:lnTo>
                  <a:pt x="626370" y="2464504"/>
                </a:lnTo>
                <a:lnTo>
                  <a:pt x="628442" y="2464504"/>
                </a:lnTo>
                <a:lnTo>
                  <a:pt x="1810870" y="3329259"/>
                </a:lnTo>
                <a:lnTo>
                  <a:pt x="804051" y="3328603"/>
                </a:lnTo>
                <a:lnTo>
                  <a:pt x="3144" y="2467882"/>
                </a:lnTo>
                <a:lnTo>
                  <a:pt x="2916" y="2467882"/>
                </a:lnTo>
                <a:lnTo>
                  <a:pt x="2916" y="2467638"/>
                </a:lnTo>
                <a:lnTo>
                  <a:pt x="0" y="2464504"/>
                </a:lnTo>
                <a:lnTo>
                  <a:pt x="2916" y="2464504"/>
                </a:lnTo>
                <a:lnTo>
                  <a:pt x="2916" y="359464"/>
                </a:lnTo>
                <a:lnTo>
                  <a:pt x="4479" y="359464"/>
                </a:lnTo>
                <a:lnTo>
                  <a:pt x="3325" y="351326"/>
                </a:lnTo>
                <a:cubicBezTo>
                  <a:pt x="4414" y="343105"/>
                  <a:pt x="7647" y="335154"/>
                  <a:pt x="12805" y="329114"/>
                </a:cubicBezTo>
                <a:cubicBezTo>
                  <a:pt x="12806" y="329115"/>
                  <a:pt x="280604" y="15578"/>
                  <a:pt x="280603" y="15577"/>
                </a:cubicBezTo>
                <a:cubicBezTo>
                  <a:pt x="288956" y="5799"/>
                  <a:pt x="301602" y="1"/>
                  <a:pt x="314642" y="0"/>
                </a:cubicBezTo>
                <a:close/>
              </a:path>
            </a:pathLst>
          </a:custGeom>
          <a:solidFill>
            <a:schemeClr val="accent5">
              <a:lumMod val="55000"/>
              <a:lumOff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任意多边形: 形状 25"/>
          <p:cNvSpPr/>
          <p:nvPr>
            <p:custDataLst>
              <p:tags r:id="rId5"/>
            </p:custDataLst>
          </p:nvPr>
        </p:nvSpPr>
        <p:spPr>
          <a:xfrm>
            <a:off x="5453540" y="1606399"/>
            <a:ext cx="1298373" cy="5250769"/>
          </a:xfrm>
          <a:custGeom>
            <a:avLst/>
            <a:gdLst>
              <a:gd name="connsiteX0" fmla="*/ 523426 w 1044000"/>
              <a:gd name="connsiteY0" fmla="*/ 0 h 5136594"/>
              <a:gd name="connsiteX1" fmla="*/ 557445 w 1044000"/>
              <a:gd name="connsiteY1" fmla="*/ 15552 h 5136594"/>
              <a:gd name="connsiteX2" fmla="*/ 825244 w 1044000"/>
              <a:gd name="connsiteY2" fmla="*/ 329089 h 5136594"/>
              <a:gd name="connsiteX3" fmla="*/ 834735 w 1044000"/>
              <a:gd name="connsiteY3" fmla="*/ 351315 h 5136594"/>
              <a:gd name="connsiteX4" fmla="*/ 832839 w 1044000"/>
              <a:gd name="connsiteY4" fmla="*/ 364736 h 5136594"/>
              <a:gd name="connsiteX5" fmla="*/ 835152 w 1044000"/>
              <a:gd name="connsiteY5" fmla="*/ 364736 h 5136594"/>
              <a:gd name="connsiteX6" fmla="*/ 835152 w 1044000"/>
              <a:gd name="connsiteY6" fmla="*/ 4270853 h 5136594"/>
              <a:gd name="connsiteX7" fmla="*/ 835200 w 1044000"/>
              <a:gd name="connsiteY7" fmla="*/ 4270853 h 5136594"/>
              <a:gd name="connsiteX8" fmla="*/ 1044000 w 1044000"/>
              <a:gd name="connsiteY8" fmla="*/ 5136594 h 5136594"/>
              <a:gd name="connsiteX9" fmla="*/ 0 w 1044000"/>
              <a:gd name="connsiteY9" fmla="*/ 5136594 h 5136594"/>
              <a:gd name="connsiteX10" fmla="*/ 208800 w 1044000"/>
              <a:gd name="connsiteY10" fmla="*/ 4270853 h 5136594"/>
              <a:gd name="connsiteX11" fmla="*/ 211698 w 1044000"/>
              <a:gd name="connsiteY11" fmla="*/ 4270853 h 5136594"/>
              <a:gd name="connsiteX12" fmla="*/ 211698 w 1044000"/>
              <a:gd name="connsiteY12" fmla="*/ 364736 h 5136594"/>
              <a:gd name="connsiteX13" fmla="*/ 214010 w 1044000"/>
              <a:gd name="connsiteY13" fmla="*/ 364736 h 5136594"/>
              <a:gd name="connsiteX14" fmla="*/ 212109 w 1044000"/>
              <a:gd name="connsiteY14" fmla="*/ 351327 h 5136594"/>
              <a:gd name="connsiteX15" fmla="*/ 221589 w 1044000"/>
              <a:gd name="connsiteY15" fmla="*/ 329114 h 5136594"/>
              <a:gd name="connsiteX16" fmla="*/ 489387 w 1044000"/>
              <a:gd name="connsiteY16" fmla="*/ 15577 h 5136594"/>
              <a:gd name="connsiteX17" fmla="*/ 523426 w 1044000"/>
              <a:gd name="connsiteY17" fmla="*/ 0 h 5136594"/>
              <a:gd name="connsiteX0-1" fmla="*/ 629202 w 1149776"/>
              <a:gd name="connsiteY0-2" fmla="*/ 0 h 5136594"/>
              <a:gd name="connsiteX1-3" fmla="*/ 663221 w 1149776"/>
              <a:gd name="connsiteY1-4" fmla="*/ 15552 h 5136594"/>
              <a:gd name="connsiteX2-5" fmla="*/ 931020 w 1149776"/>
              <a:gd name="connsiteY2-6" fmla="*/ 329089 h 5136594"/>
              <a:gd name="connsiteX3-7" fmla="*/ 940511 w 1149776"/>
              <a:gd name="connsiteY3-8" fmla="*/ 351315 h 5136594"/>
              <a:gd name="connsiteX4-9" fmla="*/ 938615 w 1149776"/>
              <a:gd name="connsiteY4-10" fmla="*/ 364736 h 5136594"/>
              <a:gd name="connsiteX5-11" fmla="*/ 940928 w 1149776"/>
              <a:gd name="connsiteY5-12" fmla="*/ 364736 h 5136594"/>
              <a:gd name="connsiteX6-13" fmla="*/ 940928 w 1149776"/>
              <a:gd name="connsiteY6-14" fmla="*/ 4270853 h 5136594"/>
              <a:gd name="connsiteX7-15" fmla="*/ 940976 w 1149776"/>
              <a:gd name="connsiteY7-16" fmla="*/ 4270853 h 5136594"/>
              <a:gd name="connsiteX8-17" fmla="*/ 1149776 w 1149776"/>
              <a:gd name="connsiteY8-18" fmla="*/ 5136594 h 5136594"/>
              <a:gd name="connsiteX9-19" fmla="*/ 0 w 1149776"/>
              <a:gd name="connsiteY9-20" fmla="*/ 5136594 h 5136594"/>
              <a:gd name="connsiteX10-21" fmla="*/ 314576 w 1149776"/>
              <a:gd name="connsiteY10-22" fmla="*/ 4270853 h 5136594"/>
              <a:gd name="connsiteX11-23" fmla="*/ 317474 w 1149776"/>
              <a:gd name="connsiteY11-24" fmla="*/ 4270853 h 5136594"/>
              <a:gd name="connsiteX12-25" fmla="*/ 317474 w 1149776"/>
              <a:gd name="connsiteY12-26" fmla="*/ 364736 h 5136594"/>
              <a:gd name="connsiteX13-27" fmla="*/ 319786 w 1149776"/>
              <a:gd name="connsiteY13-28" fmla="*/ 364736 h 5136594"/>
              <a:gd name="connsiteX14-29" fmla="*/ 317885 w 1149776"/>
              <a:gd name="connsiteY14-30" fmla="*/ 351327 h 5136594"/>
              <a:gd name="connsiteX15-31" fmla="*/ 327365 w 1149776"/>
              <a:gd name="connsiteY15-32" fmla="*/ 329114 h 5136594"/>
              <a:gd name="connsiteX16-33" fmla="*/ 595163 w 1149776"/>
              <a:gd name="connsiteY16-34" fmla="*/ 15577 h 5136594"/>
              <a:gd name="connsiteX17-35" fmla="*/ 629202 w 1149776"/>
              <a:gd name="connsiteY17-36" fmla="*/ 0 h 5136594"/>
              <a:gd name="connsiteX0-37" fmla="*/ 629202 w 1270141"/>
              <a:gd name="connsiteY0-38" fmla="*/ 0 h 5136594"/>
              <a:gd name="connsiteX1-39" fmla="*/ 663221 w 1270141"/>
              <a:gd name="connsiteY1-40" fmla="*/ 15552 h 5136594"/>
              <a:gd name="connsiteX2-41" fmla="*/ 931020 w 1270141"/>
              <a:gd name="connsiteY2-42" fmla="*/ 329089 h 5136594"/>
              <a:gd name="connsiteX3-43" fmla="*/ 940511 w 1270141"/>
              <a:gd name="connsiteY3-44" fmla="*/ 351315 h 5136594"/>
              <a:gd name="connsiteX4-45" fmla="*/ 938615 w 1270141"/>
              <a:gd name="connsiteY4-46" fmla="*/ 364736 h 5136594"/>
              <a:gd name="connsiteX5-47" fmla="*/ 940928 w 1270141"/>
              <a:gd name="connsiteY5-48" fmla="*/ 364736 h 5136594"/>
              <a:gd name="connsiteX6-49" fmla="*/ 940928 w 1270141"/>
              <a:gd name="connsiteY6-50" fmla="*/ 4270853 h 5136594"/>
              <a:gd name="connsiteX7-51" fmla="*/ 940976 w 1270141"/>
              <a:gd name="connsiteY7-52" fmla="*/ 4270853 h 5136594"/>
              <a:gd name="connsiteX8-53" fmla="*/ 1270141 w 1270141"/>
              <a:gd name="connsiteY8-54" fmla="*/ 5136594 h 5136594"/>
              <a:gd name="connsiteX9-55" fmla="*/ 0 w 1270141"/>
              <a:gd name="connsiteY9-56" fmla="*/ 5136594 h 5136594"/>
              <a:gd name="connsiteX10-57" fmla="*/ 314576 w 1270141"/>
              <a:gd name="connsiteY10-58" fmla="*/ 4270853 h 5136594"/>
              <a:gd name="connsiteX11-59" fmla="*/ 317474 w 1270141"/>
              <a:gd name="connsiteY11-60" fmla="*/ 4270853 h 5136594"/>
              <a:gd name="connsiteX12-61" fmla="*/ 317474 w 1270141"/>
              <a:gd name="connsiteY12-62" fmla="*/ 364736 h 5136594"/>
              <a:gd name="connsiteX13-63" fmla="*/ 319786 w 1270141"/>
              <a:gd name="connsiteY13-64" fmla="*/ 364736 h 5136594"/>
              <a:gd name="connsiteX14-65" fmla="*/ 317885 w 1270141"/>
              <a:gd name="connsiteY14-66" fmla="*/ 351327 h 5136594"/>
              <a:gd name="connsiteX15-67" fmla="*/ 327365 w 1270141"/>
              <a:gd name="connsiteY15-68" fmla="*/ 329114 h 5136594"/>
              <a:gd name="connsiteX16-69" fmla="*/ 595163 w 1270141"/>
              <a:gd name="connsiteY16-70" fmla="*/ 15577 h 5136594"/>
              <a:gd name="connsiteX17-71" fmla="*/ 629202 w 1270141"/>
              <a:gd name="connsiteY17-72" fmla="*/ 0 h 51365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</a:cxnLst>
            <a:rect l="l" t="t" r="r" b="b"/>
            <a:pathLst>
              <a:path w="1270141" h="5136594">
                <a:moveTo>
                  <a:pt x="629202" y="0"/>
                </a:moveTo>
                <a:cubicBezTo>
                  <a:pt x="642244" y="3"/>
                  <a:pt x="654869" y="5774"/>
                  <a:pt x="663221" y="15552"/>
                </a:cubicBezTo>
                <a:cubicBezTo>
                  <a:pt x="663222" y="15553"/>
                  <a:pt x="931021" y="329089"/>
                  <a:pt x="931020" y="329089"/>
                </a:cubicBezTo>
                <a:cubicBezTo>
                  <a:pt x="936178" y="335128"/>
                  <a:pt x="939416" y="343086"/>
                  <a:pt x="940511" y="351315"/>
                </a:cubicBezTo>
                <a:lnTo>
                  <a:pt x="938615" y="364736"/>
                </a:lnTo>
                <a:lnTo>
                  <a:pt x="940928" y="364736"/>
                </a:lnTo>
                <a:lnTo>
                  <a:pt x="940928" y="4270853"/>
                </a:lnTo>
                <a:lnTo>
                  <a:pt x="940976" y="4270853"/>
                </a:lnTo>
                <a:lnTo>
                  <a:pt x="1270141" y="5136594"/>
                </a:lnTo>
                <a:lnTo>
                  <a:pt x="0" y="5136594"/>
                </a:lnTo>
                <a:lnTo>
                  <a:pt x="314576" y="4270853"/>
                </a:lnTo>
                <a:lnTo>
                  <a:pt x="317474" y="4270853"/>
                </a:lnTo>
                <a:lnTo>
                  <a:pt x="317474" y="364736"/>
                </a:lnTo>
                <a:lnTo>
                  <a:pt x="319786" y="364736"/>
                </a:lnTo>
                <a:lnTo>
                  <a:pt x="317885" y="351327"/>
                </a:lnTo>
                <a:cubicBezTo>
                  <a:pt x="318974" y="343105"/>
                  <a:pt x="322207" y="335154"/>
                  <a:pt x="327365" y="329114"/>
                </a:cubicBezTo>
                <a:cubicBezTo>
                  <a:pt x="327366" y="329116"/>
                  <a:pt x="595164" y="15579"/>
                  <a:pt x="595163" y="15577"/>
                </a:cubicBezTo>
                <a:cubicBezTo>
                  <a:pt x="603516" y="5800"/>
                  <a:pt x="616162" y="1"/>
                  <a:pt x="629202" y="0"/>
                </a:cubicBezTo>
                <a:close/>
              </a:path>
            </a:pathLst>
          </a:custGeom>
          <a:solidFill>
            <a:schemeClr val="accent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任意多边形: 形状 36"/>
          <p:cNvSpPr/>
          <p:nvPr>
            <p:custDataLst>
              <p:tags r:id="rId6"/>
            </p:custDataLst>
          </p:nvPr>
        </p:nvSpPr>
        <p:spPr>
          <a:xfrm>
            <a:off x="3299873" y="3950375"/>
            <a:ext cx="1851075" cy="2906657"/>
          </a:xfrm>
          <a:custGeom>
            <a:avLst/>
            <a:gdLst>
              <a:gd name="connsiteX0" fmla="*/ 1494549 w 1810870"/>
              <a:gd name="connsiteY0" fmla="*/ 0 h 3088613"/>
              <a:gd name="connsiteX1" fmla="*/ 1528568 w 1810870"/>
              <a:gd name="connsiteY1" fmla="*/ 15551 h 3088613"/>
              <a:gd name="connsiteX2" fmla="*/ 1796367 w 1810870"/>
              <a:gd name="connsiteY2" fmla="*/ 329088 h 3088613"/>
              <a:gd name="connsiteX3" fmla="*/ 1805858 w 1810870"/>
              <a:gd name="connsiteY3" fmla="*/ 351315 h 3088613"/>
              <a:gd name="connsiteX4" fmla="*/ 1803912 w 1810870"/>
              <a:gd name="connsiteY4" fmla="*/ 365091 h 3088613"/>
              <a:gd name="connsiteX5" fmla="*/ 1806274 w 1810870"/>
              <a:gd name="connsiteY5" fmla="*/ 365091 h 3088613"/>
              <a:gd name="connsiteX6" fmla="*/ 1806274 w 1810870"/>
              <a:gd name="connsiteY6" fmla="*/ 2223858 h 3088613"/>
              <a:gd name="connsiteX7" fmla="*/ 1810870 w 1810870"/>
              <a:gd name="connsiteY7" fmla="*/ 2223858 h 3088613"/>
              <a:gd name="connsiteX8" fmla="*/ 1006819 w 1810870"/>
              <a:gd name="connsiteY8" fmla="*/ 3087957 h 3088613"/>
              <a:gd name="connsiteX9" fmla="*/ 0 w 1810870"/>
              <a:gd name="connsiteY9" fmla="*/ 3088613 h 3088613"/>
              <a:gd name="connsiteX10" fmla="*/ 1182428 w 1810870"/>
              <a:gd name="connsiteY10" fmla="*/ 2223858 h 3088613"/>
              <a:gd name="connsiteX11" fmla="*/ 1182820 w 1810870"/>
              <a:gd name="connsiteY11" fmla="*/ 2223858 h 3088613"/>
              <a:gd name="connsiteX12" fmla="*/ 1182820 w 1810870"/>
              <a:gd name="connsiteY12" fmla="*/ 365091 h 3088613"/>
              <a:gd name="connsiteX13" fmla="*/ 1185183 w 1810870"/>
              <a:gd name="connsiteY13" fmla="*/ 365091 h 3088613"/>
              <a:gd name="connsiteX14" fmla="*/ 1183232 w 1810870"/>
              <a:gd name="connsiteY14" fmla="*/ 351327 h 3088613"/>
              <a:gd name="connsiteX15" fmla="*/ 1192712 w 1810870"/>
              <a:gd name="connsiteY15" fmla="*/ 329114 h 3088613"/>
              <a:gd name="connsiteX16" fmla="*/ 1460510 w 1810870"/>
              <a:gd name="connsiteY16" fmla="*/ 15577 h 3088613"/>
              <a:gd name="connsiteX17" fmla="*/ 1494549 w 1810870"/>
              <a:gd name="connsiteY17" fmla="*/ 0 h 308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10870" h="3088613">
                <a:moveTo>
                  <a:pt x="1494549" y="0"/>
                </a:moveTo>
                <a:cubicBezTo>
                  <a:pt x="1507591" y="2"/>
                  <a:pt x="1520216" y="5774"/>
                  <a:pt x="1528568" y="15551"/>
                </a:cubicBezTo>
                <a:cubicBezTo>
                  <a:pt x="1528569" y="15552"/>
                  <a:pt x="1796368" y="329089"/>
                  <a:pt x="1796367" y="329088"/>
                </a:cubicBezTo>
                <a:cubicBezTo>
                  <a:pt x="1801525" y="335128"/>
                  <a:pt x="1804763" y="343086"/>
                  <a:pt x="1805858" y="351315"/>
                </a:cubicBezTo>
                <a:lnTo>
                  <a:pt x="1803912" y="365091"/>
                </a:lnTo>
                <a:lnTo>
                  <a:pt x="1806274" y="365091"/>
                </a:lnTo>
                <a:lnTo>
                  <a:pt x="1806274" y="2223858"/>
                </a:lnTo>
                <a:lnTo>
                  <a:pt x="1810870" y="2223858"/>
                </a:lnTo>
                <a:lnTo>
                  <a:pt x="1006819" y="3087957"/>
                </a:lnTo>
                <a:lnTo>
                  <a:pt x="0" y="3088613"/>
                </a:lnTo>
                <a:lnTo>
                  <a:pt x="1182428" y="2223858"/>
                </a:lnTo>
                <a:lnTo>
                  <a:pt x="1182820" y="2223858"/>
                </a:lnTo>
                <a:lnTo>
                  <a:pt x="1182820" y="365091"/>
                </a:lnTo>
                <a:lnTo>
                  <a:pt x="1185183" y="365091"/>
                </a:lnTo>
                <a:lnTo>
                  <a:pt x="1183232" y="351327"/>
                </a:lnTo>
                <a:cubicBezTo>
                  <a:pt x="1184321" y="343105"/>
                  <a:pt x="1187554" y="335154"/>
                  <a:pt x="1192712" y="329114"/>
                </a:cubicBezTo>
                <a:cubicBezTo>
                  <a:pt x="1192713" y="329116"/>
                  <a:pt x="1460511" y="15579"/>
                  <a:pt x="1460510" y="15577"/>
                </a:cubicBezTo>
                <a:cubicBezTo>
                  <a:pt x="1468863" y="5800"/>
                  <a:pt x="1481509" y="1"/>
                  <a:pt x="1494549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任意多边形: 形状 131"/>
          <p:cNvSpPr/>
          <p:nvPr>
            <p:custDataLst>
              <p:tags r:id="rId7"/>
            </p:custDataLst>
          </p:nvPr>
        </p:nvSpPr>
        <p:spPr>
          <a:xfrm>
            <a:off x="5949613" y="6313382"/>
            <a:ext cx="263021" cy="276533"/>
          </a:xfrm>
          <a:custGeom>
            <a:avLst/>
            <a:gdLst>
              <a:gd name="connsiteX0" fmla="*/ 27426 w 263285"/>
              <a:gd name="connsiteY0" fmla="*/ 254870 h 276810"/>
              <a:gd name="connsiteX1" fmla="*/ 235860 w 263285"/>
              <a:gd name="connsiteY1" fmla="*/ 254870 h 276810"/>
              <a:gd name="connsiteX2" fmla="*/ 246830 w 263285"/>
              <a:gd name="connsiteY2" fmla="*/ 265840 h 276810"/>
              <a:gd name="connsiteX3" fmla="*/ 235860 w 263285"/>
              <a:gd name="connsiteY3" fmla="*/ 276810 h 276810"/>
              <a:gd name="connsiteX4" fmla="*/ 27426 w 263285"/>
              <a:gd name="connsiteY4" fmla="*/ 276810 h 276810"/>
              <a:gd name="connsiteX5" fmla="*/ 16455 w 263285"/>
              <a:gd name="connsiteY5" fmla="*/ 265840 h 276810"/>
              <a:gd name="connsiteX6" fmla="*/ 27426 w 263285"/>
              <a:gd name="connsiteY6" fmla="*/ 254870 h 276810"/>
              <a:gd name="connsiteX7" fmla="*/ 21941 w 263285"/>
              <a:gd name="connsiteY7" fmla="*/ 170039 h 276810"/>
              <a:gd name="connsiteX8" fmla="*/ 21941 w 263285"/>
              <a:gd name="connsiteY8" fmla="*/ 216662 h 276810"/>
              <a:gd name="connsiteX9" fmla="*/ 241345 w 263285"/>
              <a:gd name="connsiteY9" fmla="*/ 216662 h 276810"/>
              <a:gd name="connsiteX10" fmla="*/ 241345 w 263285"/>
              <a:gd name="connsiteY10" fmla="*/ 170039 h 276810"/>
              <a:gd name="connsiteX11" fmla="*/ 131643 w 263285"/>
              <a:gd name="connsiteY11" fmla="*/ 21941 h 276810"/>
              <a:gd name="connsiteX12" fmla="*/ 85020 w 263285"/>
              <a:gd name="connsiteY12" fmla="*/ 68564 h 276810"/>
              <a:gd name="connsiteX13" fmla="*/ 99908 w 263285"/>
              <a:gd name="connsiteY13" fmla="*/ 102774 h 276810"/>
              <a:gd name="connsiteX14" fmla="*/ 116926 w 263285"/>
              <a:gd name="connsiteY14" fmla="*/ 136666 h 276810"/>
              <a:gd name="connsiteX15" fmla="*/ 115318 w 263285"/>
              <a:gd name="connsiteY15" fmla="*/ 148099 h 276810"/>
              <a:gd name="connsiteX16" fmla="*/ 147968 w 263285"/>
              <a:gd name="connsiteY16" fmla="*/ 148099 h 276810"/>
              <a:gd name="connsiteX17" fmla="*/ 146360 w 263285"/>
              <a:gd name="connsiteY17" fmla="*/ 136666 h 276810"/>
              <a:gd name="connsiteX18" fmla="*/ 163378 w 263285"/>
              <a:gd name="connsiteY18" fmla="*/ 102774 h 276810"/>
              <a:gd name="connsiteX19" fmla="*/ 178266 w 263285"/>
              <a:gd name="connsiteY19" fmla="*/ 68564 h 276810"/>
              <a:gd name="connsiteX20" fmla="*/ 131643 w 263285"/>
              <a:gd name="connsiteY20" fmla="*/ 21941 h 276810"/>
              <a:gd name="connsiteX21" fmla="*/ 131643 w 263285"/>
              <a:gd name="connsiteY21" fmla="*/ 0 h 276810"/>
              <a:gd name="connsiteX22" fmla="*/ 200207 w 263285"/>
              <a:gd name="connsiteY22" fmla="*/ 68564 h 276810"/>
              <a:gd name="connsiteX23" fmla="*/ 194406 w 263285"/>
              <a:gd name="connsiteY23" fmla="*/ 97214 h 276810"/>
              <a:gd name="connsiteX24" fmla="*/ 176700 w 263285"/>
              <a:gd name="connsiteY24" fmla="*/ 120210 h 276810"/>
              <a:gd name="connsiteX25" fmla="*/ 168301 w 263285"/>
              <a:gd name="connsiteY25" fmla="*/ 136569 h 276810"/>
              <a:gd name="connsiteX26" fmla="*/ 171808 w 263285"/>
              <a:gd name="connsiteY26" fmla="*/ 148099 h 276810"/>
              <a:gd name="connsiteX27" fmla="*/ 252315 w 263285"/>
              <a:gd name="connsiteY27" fmla="*/ 148099 h 276810"/>
              <a:gd name="connsiteX28" fmla="*/ 263285 w 263285"/>
              <a:gd name="connsiteY28" fmla="*/ 159069 h 276810"/>
              <a:gd name="connsiteX29" fmla="*/ 263285 w 263285"/>
              <a:gd name="connsiteY29" fmla="*/ 227632 h 276810"/>
              <a:gd name="connsiteX30" fmla="*/ 252315 w 263285"/>
              <a:gd name="connsiteY30" fmla="*/ 238603 h 276810"/>
              <a:gd name="connsiteX31" fmla="*/ 10970 w 263285"/>
              <a:gd name="connsiteY31" fmla="*/ 238603 h 276810"/>
              <a:gd name="connsiteX32" fmla="*/ 0 w 263285"/>
              <a:gd name="connsiteY32" fmla="*/ 227632 h 276810"/>
              <a:gd name="connsiteX33" fmla="*/ 0 w 263285"/>
              <a:gd name="connsiteY33" fmla="*/ 159069 h 276810"/>
              <a:gd name="connsiteX34" fmla="*/ 10970 w 263285"/>
              <a:gd name="connsiteY34" fmla="*/ 148099 h 276810"/>
              <a:gd name="connsiteX35" fmla="*/ 91479 w 263285"/>
              <a:gd name="connsiteY35" fmla="*/ 148099 h 276810"/>
              <a:gd name="connsiteX36" fmla="*/ 94985 w 263285"/>
              <a:gd name="connsiteY36" fmla="*/ 136569 h 276810"/>
              <a:gd name="connsiteX37" fmla="*/ 86587 w 263285"/>
              <a:gd name="connsiteY37" fmla="*/ 120210 h 276810"/>
              <a:gd name="connsiteX38" fmla="*/ 68880 w 263285"/>
              <a:gd name="connsiteY38" fmla="*/ 97214 h 276810"/>
              <a:gd name="connsiteX39" fmla="*/ 63080 w 263285"/>
              <a:gd name="connsiteY39" fmla="*/ 68564 h 276810"/>
              <a:gd name="connsiteX40" fmla="*/ 131643 w 263285"/>
              <a:gd name="connsiteY40" fmla="*/ 0 h 276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63285" h="276810">
                <a:moveTo>
                  <a:pt x="27426" y="254870"/>
                </a:moveTo>
                <a:lnTo>
                  <a:pt x="235860" y="254870"/>
                </a:lnTo>
                <a:cubicBezTo>
                  <a:pt x="241919" y="254870"/>
                  <a:pt x="246830" y="259782"/>
                  <a:pt x="246830" y="265840"/>
                </a:cubicBezTo>
                <a:cubicBezTo>
                  <a:pt x="246830" y="271899"/>
                  <a:pt x="241919" y="276810"/>
                  <a:pt x="235860" y="276810"/>
                </a:cubicBezTo>
                <a:lnTo>
                  <a:pt x="27426" y="276810"/>
                </a:lnTo>
                <a:cubicBezTo>
                  <a:pt x="21367" y="276810"/>
                  <a:pt x="16455" y="271899"/>
                  <a:pt x="16455" y="265840"/>
                </a:cubicBezTo>
                <a:cubicBezTo>
                  <a:pt x="16455" y="259782"/>
                  <a:pt x="21367" y="254870"/>
                  <a:pt x="27426" y="254870"/>
                </a:cubicBezTo>
                <a:close/>
                <a:moveTo>
                  <a:pt x="21941" y="170039"/>
                </a:moveTo>
                <a:lnTo>
                  <a:pt x="21941" y="216662"/>
                </a:lnTo>
                <a:lnTo>
                  <a:pt x="241345" y="216662"/>
                </a:lnTo>
                <a:lnTo>
                  <a:pt x="241345" y="170039"/>
                </a:lnTo>
                <a:close/>
                <a:moveTo>
                  <a:pt x="131643" y="21941"/>
                </a:moveTo>
                <a:cubicBezTo>
                  <a:pt x="105932" y="21941"/>
                  <a:pt x="85020" y="42853"/>
                  <a:pt x="85020" y="68564"/>
                </a:cubicBezTo>
                <a:cubicBezTo>
                  <a:pt x="85020" y="82867"/>
                  <a:pt x="90584" y="95647"/>
                  <a:pt x="99908" y="102774"/>
                </a:cubicBezTo>
                <a:cubicBezTo>
                  <a:pt x="110940" y="111204"/>
                  <a:pt x="116984" y="123240"/>
                  <a:pt x="116926" y="136666"/>
                </a:cubicBezTo>
                <a:cubicBezTo>
                  <a:pt x="116903" y="140531"/>
                  <a:pt x="116362" y="144376"/>
                  <a:pt x="115318" y="148099"/>
                </a:cubicBezTo>
                <a:lnTo>
                  <a:pt x="147968" y="148099"/>
                </a:lnTo>
                <a:cubicBezTo>
                  <a:pt x="146924" y="144376"/>
                  <a:pt x="146384" y="140531"/>
                  <a:pt x="146360" y="136666"/>
                </a:cubicBezTo>
                <a:cubicBezTo>
                  <a:pt x="146302" y="123240"/>
                  <a:pt x="152346" y="111204"/>
                  <a:pt x="163378" y="102774"/>
                </a:cubicBezTo>
                <a:cubicBezTo>
                  <a:pt x="172702" y="95647"/>
                  <a:pt x="178266" y="82867"/>
                  <a:pt x="178266" y="68564"/>
                </a:cubicBezTo>
                <a:cubicBezTo>
                  <a:pt x="178266" y="42853"/>
                  <a:pt x="157354" y="21941"/>
                  <a:pt x="131643" y="21941"/>
                </a:cubicBezTo>
                <a:close/>
                <a:moveTo>
                  <a:pt x="131643" y="0"/>
                </a:moveTo>
                <a:cubicBezTo>
                  <a:pt x="169449" y="0"/>
                  <a:pt x="200207" y="30758"/>
                  <a:pt x="200207" y="68564"/>
                </a:cubicBezTo>
                <a:cubicBezTo>
                  <a:pt x="200207" y="78606"/>
                  <a:pt x="198201" y="88513"/>
                  <a:pt x="194406" y="97214"/>
                </a:cubicBezTo>
                <a:cubicBezTo>
                  <a:pt x="190351" y="106497"/>
                  <a:pt x="184242" y="114461"/>
                  <a:pt x="176700" y="120210"/>
                </a:cubicBezTo>
                <a:cubicBezTo>
                  <a:pt x="169723" y="125541"/>
                  <a:pt x="168301" y="132048"/>
                  <a:pt x="168301" y="136569"/>
                </a:cubicBezTo>
                <a:cubicBezTo>
                  <a:pt x="168321" y="141242"/>
                  <a:pt x="169878" y="145418"/>
                  <a:pt x="171808" y="148099"/>
                </a:cubicBezTo>
                <a:lnTo>
                  <a:pt x="252315" y="148099"/>
                </a:lnTo>
                <a:cubicBezTo>
                  <a:pt x="258374" y="148099"/>
                  <a:pt x="263285" y="153010"/>
                  <a:pt x="263285" y="159069"/>
                </a:cubicBezTo>
                <a:lnTo>
                  <a:pt x="263285" y="227632"/>
                </a:lnTo>
                <a:cubicBezTo>
                  <a:pt x="263285" y="233691"/>
                  <a:pt x="258374" y="238603"/>
                  <a:pt x="252315" y="238603"/>
                </a:cubicBezTo>
                <a:lnTo>
                  <a:pt x="10970" y="238603"/>
                </a:lnTo>
                <a:cubicBezTo>
                  <a:pt x="4912" y="238603"/>
                  <a:pt x="0" y="233691"/>
                  <a:pt x="0" y="227632"/>
                </a:cubicBezTo>
                <a:lnTo>
                  <a:pt x="0" y="159069"/>
                </a:lnTo>
                <a:cubicBezTo>
                  <a:pt x="0" y="153010"/>
                  <a:pt x="4912" y="148099"/>
                  <a:pt x="10970" y="148099"/>
                </a:cubicBezTo>
                <a:lnTo>
                  <a:pt x="91479" y="148099"/>
                </a:lnTo>
                <a:cubicBezTo>
                  <a:pt x="93408" y="145418"/>
                  <a:pt x="94962" y="141242"/>
                  <a:pt x="94985" y="136569"/>
                </a:cubicBezTo>
                <a:cubicBezTo>
                  <a:pt x="95003" y="132048"/>
                  <a:pt x="93563" y="125541"/>
                  <a:pt x="86587" y="120210"/>
                </a:cubicBezTo>
                <a:cubicBezTo>
                  <a:pt x="79058" y="114461"/>
                  <a:pt x="72935" y="106507"/>
                  <a:pt x="68880" y="97214"/>
                </a:cubicBezTo>
                <a:cubicBezTo>
                  <a:pt x="65085" y="88513"/>
                  <a:pt x="63080" y="78606"/>
                  <a:pt x="63080" y="68564"/>
                </a:cubicBezTo>
                <a:cubicBezTo>
                  <a:pt x="63080" y="30758"/>
                  <a:pt x="93837" y="0"/>
                  <a:pt x="131643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530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任意多边形: 形状 129"/>
          <p:cNvSpPr/>
          <p:nvPr>
            <p:custDataLst>
              <p:tags r:id="rId8"/>
            </p:custDataLst>
          </p:nvPr>
        </p:nvSpPr>
        <p:spPr>
          <a:xfrm>
            <a:off x="7751208" y="6341928"/>
            <a:ext cx="276721" cy="219900"/>
          </a:xfrm>
          <a:custGeom>
            <a:avLst/>
            <a:gdLst>
              <a:gd name="connsiteX0" fmla="*/ 163195 w 276998"/>
              <a:gd name="connsiteY0" fmla="*/ 61880 h 220120"/>
              <a:gd name="connsiteX1" fmla="*/ 173088 w 276998"/>
              <a:gd name="connsiteY1" fmla="*/ 71773 h 220120"/>
              <a:gd name="connsiteX2" fmla="*/ 173088 w 276998"/>
              <a:gd name="connsiteY2" fmla="*/ 81665 h 220120"/>
              <a:gd name="connsiteX3" fmla="*/ 163195 w 276998"/>
              <a:gd name="connsiteY3" fmla="*/ 91558 h 220120"/>
              <a:gd name="connsiteX4" fmla="*/ 153302 w 276998"/>
              <a:gd name="connsiteY4" fmla="*/ 81665 h 220120"/>
              <a:gd name="connsiteX5" fmla="*/ 153302 w 276998"/>
              <a:gd name="connsiteY5" fmla="*/ 71773 h 220120"/>
              <a:gd name="connsiteX6" fmla="*/ 163195 w 276998"/>
              <a:gd name="connsiteY6" fmla="*/ 61880 h 220120"/>
              <a:gd name="connsiteX7" fmla="*/ 113805 w 276998"/>
              <a:gd name="connsiteY7" fmla="*/ 61880 h 220120"/>
              <a:gd name="connsiteX8" fmla="*/ 123697 w 276998"/>
              <a:gd name="connsiteY8" fmla="*/ 71773 h 220120"/>
              <a:gd name="connsiteX9" fmla="*/ 123697 w 276998"/>
              <a:gd name="connsiteY9" fmla="*/ 81665 h 220120"/>
              <a:gd name="connsiteX10" fmla="*/ 113805 w 276998"/>
              <a:gd name="connsiteY10" fmla="*/ 91558 h 220120"/>
              <a:gd name="connsiteX11" fmla="*/ 103911 w 276998"/>
              <a:gd name="connsiteY11" fmla="*/ 81665 h 220120"/>
              <a:gd name="connsiteX12" fmla="*/ 103911 w 276998"/>
              <a:gd name="connsiteY12" fmla="*/ 71773 h 220120"/>
              <a:gd name="connsiteX13" fmla="*/ 113805 w 276998"/>
              <a:gd name="connsiteY13" fmla="*/ 61880 h 220120"/>
              <a:gd name="connsiteX14" fmla="*/ 64414 w 276998"/>
              <a:gd name="connsiteY14" fmla="*/ 61880 h 220120"/>
              <a:gd name="connsiteX15" fmla="*/ 74306 w 276998"/>
              <a:gd name="connsiteY15" fmla="*/ 71773 h 220120"/>
              <a:gd name="connsiteX16" fmla="*/ 74306 w 276998"/>
              <a:gd name="connsiteY16" fmla="*/ 81665 h 220120"/>
              <a:gd name="connsiteX17" fmla="*/ 64414 w 276998"/>
              <a:gd name="connsiteY17" fmla="*/ 91558 h 220120"/>
              <a:gd name="connsiteX18" fmla="*/ 54521 w 276998"/>
              <a:gd name="connsiteY18" fmla="*/ 81665 h 220120"/>
              <a:gd name="connsiteX19" fmla="*/ 54521 w 276998"/>
              <a:gd name="connsiteY19" fmla="*/ 71773 h 220120"/>
              <a:gd name="connsiteX20" fmla="*/ 64414 w 276998"/>
              <a:gd name="connsiteY20" fmla="*/ 61880 h 220120"/>
              <a:gd name="connsiteX21" fmla="*/ 230008 w 276998"/>
              <a:gd name="connsiteY21" fmla="*/ 51937 h 220120"/>
              <a:gd name="connsiteX22" fmla="*/ 230008 w 276998"/>
              <a:gd name="connsiteY22" fmla="*/ 140972 h 220120"/>
              <a:gd name="connsiteX23" fmla="*/ 220114 w 276998"/>
              <a:gd name="connsiteY23" fmla="*/ 150865 h 220120"/>
              <a:gd name="connsiteX24" fmla="*/ 79143 w 276998"/>
              <a:gd name="connsiteY24" fmla="*/ 150865 h 220120"/>
              <a:gd name="connsiteX25" fmla="*/ 79143 w 276998"/>
              <a:gd name="connsiteY25" fmla="*/ 170650 h 220120"/>
              <a:gd name="connsiteX26" fmla="*/ 230008 w 276998"/>
              <a:gd name="connsiteY26" fmla="*/ 170650 h 220120"/>
              <a:gd name="connsiteX27" fmla="*/ 236190 w 276998"/>
              <a:gd name="connsiteY27" fmla="*/ 172814 h 220120"/>
              <a:gd name="connsiteX28" fmla="*/ 257213 w 276998"/>
              <a:gd name="connsiteY28" fmla="*/ 189638 h 220120"/>
              <a:gd name="connsiteX29" fmla="*/ 257213 w 276998"/>
              <a:gd name="connsiteY29" fmla="*/ 51937 h 220120"/>
              <a:gd name="connsiteX30" fmla="*/ 19786 w 276998"/>
              <a:gd name="connsiteY30" fmla="*/ 19786 h 220120"/>
              <a:gd name="connsiteX31" fmla="*/ 19786 w 276998"/>
              <a:gd name="connsiteY31" fmla="*/ 154188 h 220120"/>
              <a:gd name="connsiteX32" fmla="*/ 39996 w 276998"/>
              <a:gd name="connsiteY32" fmla="*/ 133976 h 220120"/>
              <a:gd name="connsiteX33" fmla="*/ 46992 w 276998"/>
              <a:gd name="connsiteY33" fmla="*/ 131079 h 220120"/>
              <a:gd name="connsiteX34" fmla="*/ 210222 w 276998"/>
              <a:gd name="connsiteY34" fmla="*/ 131079 h 220120"/>
              <a:gd name="connsiteX35" fmla="*/ 210222 w 276998"/>
              <a:gd name="connsiteY35" fmla="*/ 19786 h 220120"/>
              <a:gd name="connsiteX36" fmla="*/ 9893 w 276998"/>
              <a:gd name="connsiteY36" fmla="*/ 0 h 220120"/>
              <a:gd name="connsiteX37" fmla="*/ 220114 w 276998"/>
              <a:gd name="connsiteY37" fmla="*/ 0 h 220120"/>
              <a:gd name="connsiteX38" fmla="*/ 230008 w 276998"/>
              <a:gd name="connsiteY38" fmla="*/ 9893 h 220120"/>
              <a:gd name="connsiteX39" fmla="*/ 230008 w 276998"/>
              <a:gd name="connsiteY39" fmla="*/ 32152 h 220120"/>
              <a:gd name="connsiteX40" fmla="*/ 267105 w 276998"/>
              <a:gd name="connsiteY40" fmla="*/ 32152 h 220120"/>
              <a:gd name="connsiteX41" fmla="*/ 276998 w 276998"/>
              <a:gd name="connsiteY41" fmla="*/ 42044 h 220120"/>
              <a:gd name="connsiteX42" fmla="*/ 276998 w 276998"/>
              <a:gd name="connsiteY42" fmla="*/ 210221 h 220120"/>
              <a:gd name="connsiteX43" fmla="*/ 271391 w 276998"/>
              <a:gd name="connsiteY43" fmla="*/ 219143 h 220120"/>
              <a:gd name="connsiteX44" fmla="*/ 260923 w 276998"/>
              <a:gd name="connsiteY44" fmla="*/ 217950 h 220120"/>
              <a:gd name="connsiteX45" fmla="*/ 226536 w 276998"/>
              <a:gd name="connsiteY45" fmla="*/ 190436 h 220120"/>
              <a:gd name="connsiteX46" fmla="*/ 69250 w 276998"/>
              <a:gd name="connsiteY46" fmla="*/ 190436 h 220120"/>
              <a:gd name="connsiteX47" fmla="*/ 59357 w 276998"/>
              <a:gd name="connsiteY47" fmla="*/ 180543 h 220120"/>
              <a:gd name="connsiteX48" fmla="*/ 59357 w 276998"/>
              <a:gd name="connsiteY48" fmla="*/ 150865 h 220120"/>
              <a:gd name="connsiteX49" fmla="*/ 51088 w 276998"/>
              <a:gd name="connsiteY49" fmla="*/ 150865 h 220120"/>
              <a:gd name="connsiteX50" fmla="*/ 16890 w 276998"/>
              <a:gd name="connsiteY50" fmla="*/ 185066 h 220120"/>
              <a:gd name="connsiteX51" fmla="*/ 6108 w 276998"/>
              <a:gd name="connsiteY51" fmla="*/ 187211 h 220120"/>
              <a:gd name="connsiteX52" fmla="*/ 0 w 276998"/>
              <a:gd name="connsiteY52" fmla="*/ 178070 h 220120"/>
              <a:gd name="connsiteX53" fmla="*/ 0 w 276998"/>
              <a:gd name="connsiteY53" fmla="*/ 9893 h 220120"/>
              <a:gd name="connsiteX54" fmla="*/ 9893 w 276998"/>
              <a:gd name="connsiteY54" fmla="*/ 0 h 22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76998" h="220120">
                <a:moveTo>
                  <a:pt x="163195" y="61880"/>
                </a:moveTo>
                <a:cubicBezTo>
                  <a:pt x="168659" y="61880"/>
                  <a:pt x="173088" y="66309"/>
                  <a:pt x="173088" y="71773"/>
                </a:cubicBezTo>
                <a:lnTo>
                  <a:pt x="173088" y="81665"/>
                </a:lnTo>
                <a:cubicBezTo>
                  <a:pt x="173088" y="87129"/>
                  <a:pt x="168659" y="91558"/>
                  <a:pt x="163195" y="91558"/>
                </a:cubicBezTo>
                <a:cubicBezTo>
                  <a:pt x="157731" y="91558"/>
                  <a:pt x="153302" y="87129"/>
                  <a:pt x="153302" y="81665"/>
                </a:cubicBezTo>
                <a:lnTo>
                  <a:pt x="153302" y="71773"/>
                </a:lnTo>
                <a:cubicBezTo>
                  <a:pt x="153302" y="66309"/>
                  <a:pt x="157731" y="61880"/>
                  <a:pt x="163195" y="61880"/>
                </a:cubicBezTo>
                <a:close/>
                <a:moveTo>
                  <a:pt x="113805" y="61880"/>
                </a:moveTo>
                <a:cubicBezTo>
                  <a:pt x="119268" y="61880"/>
                  <a:pt x="123697" y="66309"/>
                  <a:pt x="123697" y="71773"/>
                </a:cubicBezTo>
                <a:lnTo>
                  <a:pt x="123697" y="81665"/>
                </a:lnTo>
                <a:cubicBezTo>
                  <a:pt x="123697" y="87129"/>
                  <a:pt x="119268" y="91558"/>
                  <a:pt x="113805" y="91558"/>
                </a:cubicBezTo>
                <a:cubicBezTo>
                  <a:pt x="108341" y="91558"/>
                  <a:pt x="103911" y="87129"/>
                  <a:pt x="103911" y="81665"/>
                </a:cubicBezTo>
                <a:lnTo>
                  <a:pt x="103911" y="71773"/>
                </a:lnTo>
                <a:cubicBezTo>
                  <a:pt x="103911" y="66309"/>
                  <a:pt x="108341" y="61880"/>
                  <a:pt x="113805" y="61880"/>
                </a:cubicBezTo>
                <a:close/>
                <a:moveTo>
                  <a:pt x="64414" y="61880"/>
                </a:moveTo>
                <a:cubicBezTo>
                  <a:pt x="69877" y="61880"/>
                  <a:pt x="74306" y="66309"/>
                  <a:pt x="74306" y="71773"/>
                </a:cubicBezTo>
                <a:lnTo>
                  <a:pt x="74306" y="81665"/>
                </a:lnTo>
                <a:cubicBezTo>
                  <a:pt x="74306" y="87129"/>
                  <a:pt x="69877" y="91558"/>
                  <a:pt x="64414" y="91558"/>
                </a:cubicBezTo>
                <a:cubicBezTo>
                  <a:pt x="58950" y="91558"/>
                  <a:pt x="54521" y="87129"/>
                  <a:pt x="54521" y="81665"/>
                </a:cubicBezTo>
                <a:lnTo>
                  <a:pt x="54521" y="71773"/>
                </a:lnTo>
                <a:cubicBezTo>
                  <a:pt x="54521" y="66309"/>
                  <a:pt x="58950" y="61880"/>
                  <a:pt x="64414" y="61880"/>
                </a:cubicBezTo>
                <a:close/>
                <a:moveTo>
                  <a:pt x="230008" y="51937"/>
                </a:moveTo>
                <a:lnTo>
                  <a:pt x="230008" y="140972"/>
                </a:lnTo>
                <a:cubicBezTo>
                  <a:pt x="230008" y="146436"/>
                  <a:pt x="225578" y="150865"/>
                  <a:pt x="220114" y="150865"/>
                </a:cubicBezTo>
                <a:lnTo>
                  <a:pt x="79143" y="150865"/>
                </a:lnTo>
                <a:lnTo>
                  <a:pt x="79143" y="170650"/>
                </a:lnTo>
                <a:lnTo>
                  <a:pt x="230008" y="170650"/>
                </a:lnTo>
                <a:cubicBezTo>
                  <a:pt x="232255" y="170648"/>
                  <a:pt x="234435" y="171412"/>
                  <a:pt x="236190" y="172814"/>
                </a:cubicBezTo>
                <a:lnTo>
                  <a:pt x="257213" y="189638"/>
                </a:lnTo>
                <a:lnTo>
                  <a:pt x="257213" y="51937"/>
                </a:lnTo>
                <a:close/>
                <a:moveTo>
                  <a:pt x="19786" y="19786"/>
                </a:moveTo>
                <a:lnTo>
                  <a:pt x="19786" y="154188"/>
                </a:lnTo>
                <a:lnTo>
                  <a:pt x="39996" y="133976"/>
                </a:lnTo>
                <a:cubicBezTo>
                  <a:pt x="41851" y="132120"/>
                  <a:pt x="44368" y="131079"/>
                  <a:pt x="46992" y="131079"/>
                </a:cubicBezTo>
                <a:lnTo>
                  <a:pt x="210222" y="131079"/>
                </a:lnTo>
                <a:lnTo>
                  <a:pt x="210222" y="19786"/>
                </a:lnTo>
                <a:close/>
                <a:moveTo>
                  <a:pt x="9893" y="0"/>
                </a:moveTo>
                <a:lnTo>
                  <a:pt x="220114" y="0"/>
                </a:lnTo>
                <a:cubicBezTo>
                  <a:pt x="225578" y="0"/>
                  <a:pt x="230008" y="4429"/>
                  <a:pt x="230008" y="9893"/>
                </a:cubicBezTo>
                <a:lnTo>
                  <a:pt x="230008" y="32152"/>
                </a:lnTo>
                <a:lnTo>
                  <a:pt x="267105" y="32152"/>
                </a:lnTo>
                <a:cubicBezTo>
                  <a:pt x="272569" y="32152"/>
                  <a:pt x="276998" y="36581"/>
                  <a:pt x="276998" y="42044"/>
                </a:cubicBezTo>
                <a:lnTo>
                  <a:pt x="276998" y="210221"/>
                </a:lnTo>
                <a:cubicBezTo>
                  <a:pt x="277000" y="214026"/>
                  <a:pt x="274821" y="217495"/>
                  <a:pt x="271391" y="219143"/>
                </a:cubicBezTo>
                <a:cubicBezTo>
                  <a:pt x="267963" y="220792"/>
                  <a:pt x="263892" y="220328"/>
                  <a:pt x="260923" y="217950"/>
                </a:cubicBezTo>
                <a:lnTo>
                  <a:pt x="226536" y="190436"/>
                </a:lnTo>
                <a:lnTo>
                  <a:pt x="69250" y="190436"/>
                </a:lnTo>
                <a:cubicBezTo>
                  <a:pt x="63786" y="190436"/>
                  <a:pt x="59357" y="186006"/>
                  <a:pt x="59357" y="180543"/>
                </a:cubicBezTo>
                <a:lnTo>
                  <a:pt x="59357" y="150865"/>
                </a:lnTo>
                <a:lnTo>
                  <a:pt x="51088" y="150865"/>
                </a:lnTo>
                <a:lnTo>
                  <a:pt x="16890" y="185066"/>
                </a:lnTo>
                <a:cubicBezTo>
                  <a:pt x="14060" y="187896"/>
                  <a:pt x="9805" y="188743"/>
                  <a:pt x="6108" y="187211"/>
                </a:cubicBezTo>
                <a:cubicBezTo>
                  <a:pt x="2410" y="185680"/>
                  <a:pt x="0" y="182071"/>
                  <a:pt x="0" y="178070"/>
                </a:cubicBezTo>
                <a:lnTo>
                  <a:pt x="0" y="9893"/>
                </a:lnTo>
                <a:cubicBezTo>
                  <a:pt x="0" y="4429"/>
                  <a:pt x="4430" y="0"/>
                  <a:pt x="9893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478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任意多边形: 形状 130"/>
          <p:cNvSpPr/>
          <p:nvPr>
            <p:custDataLst>
              <p:tags r:id="rId9"/>
            </p:custDataLst>
          </p:nvPr>
        </p:nvSpPr>
        <p:spPr>
          <a:xfrm>
            <a:off x="6843433" y="6331779"/>
            <a:ext cx="276528" cy="239602"/>
          </a:xfrm>
          <a:custGeom>
            <a:avLst/>
            <a:gdLst>
              <a:gd name="connsiteX0" fmla="*/ 21804 w 276805"/>
              <a:gd name="connsiteY0" fmla="*/ 89940 h 239842"/>
              <a:gd name="connsiteX1" fmla="*/ 21804 w 276805"/>
              <a:gd name="connsiteY1" fmla="*/ 149901 h 239842"/>
              <a:gd name="connsiteX2" fmla="*/ 54510 w 276805"/>
              <a:gd name="connsiteY2" fmla="*/ 149901 h 239842"/>
              <a:gd name="connsiteX3" fmla="*/ 54510 w 276805"/>
              <a:gd name="connsiteY3" fmla="*/ 89940 h 239842"/>
              <a:gd name="connsiteX4" fmla="*/ 103568 w 276805"/>
              <a:gd name="connsiteY4" fmla="*/ 70699 h 239842"/>
              <a:gd name="connsiteX5" fmla="*/ 76313 w 276805"/>
              <a:gd name="connsiteY5" fmla="*/ 85512 h 239842"/>
              <a:gd name="connsiteX6" fmla="*/ 76313 w 276805"/>
              <a:gd name="connsiteY6" fmla="*/ 154329 h 239842"/>
              <a:gd name="connsiteX7" fmla="*/ 103568 w 276805"/>
              <a:gd name="connsiteY7" fmla="*/ 169122 h 239842"/>
              <a:gd name="connsiteX8" fmla="*/ 227345 w 276805"/>
              <a:gd name="connsiteY8" fmla="*/ 35633 h 239842"/>
              <a:gd name="connsiteX9" fmla="*/ 242761 w 276805"/>
              <a:gd name="connsiteY9" fmla="*/ 35871 h 239842"/>
              <a:gd name="connsiteX10" fmla="*/ 242761 w 276805"/>
              <a:gd name="connsiteY10" fmla="*/ 203971 h 239842"/>
              <a:gd name="connsiteX11" fmla="*/ 227345 w 276805"/>
              <a:gd name="connsiteY11" fmla="*/ 204209 h 239842"/>
              <a:gd name="connsiteX12" fmla="*/ 227107 w 276805"/>
              <a:gd name="connsiteY12" fmla="*/ 188794 h 239842"/>
              <a:gd name="connsiteX13" fmla="*/ 227107 w 276805"/>
              <a:gd name="connsiteY13" fmla="*/ 51048 h 239842"/>
              <a:gd name="connsiteX14" fmla="*/ 227345 w 276805"/>
              <a:gd name="connsiteY14" fmla="*/ 35633 h 239842"/>
              <a:gd name="connsiteX15" fmla="*/ 179881 w 276805"/>
              <a:gd name="connsiteY15" fmla="*/ 29220 h 239842"/>
              <a:gd name="connsiteX16" fmla="*/ 125372 w 276805"/>
              <a:gd name="connsiteY16" fmla="*/ 58860 h 239842"/>
              <a:gd name="connsiteX17" fmla="*/ 125372 w 276805"/>
              <a:gd name="connsiteY17" fmla="*/ 180967 h 239842"/>
              <a:gd name="connsiteX18" fmla="*/ 179881 w 276805"/>
              <a:gd name="connsiteY18" fmla="*/ 210607 h 239842"/>
              <a:gd name="connsiteX19" fmla="*/ 185577 w 276805"/>
              <a:gd name="connsiteY19" fmla="*/ 1322 h 239842"/>
              <a:gd name="connsiteX20" fmla="*/ 196356 w 276805"/>
              <a:gd name="connsiteY20" fmla="*/ 1533 h 239842"/>
              <a:gd name="connsiteX21" fmla="*/ 201685 w 276805"/>
              <a:gd name="connsiteY21" fmla="*/ 10902 h 239842"/>
              <a:gd name="connsiteX22" fmla="*/ 201685 w 276805"/>
              <a:gd name="connsiteY22" fmla="*/ 228939 h 239842"/>
              <a:gd name="connsiteX23" fmla="*/ 196356 w 276805"/>
              <a:gd name="connsiteY23" fmla="*/ 238310 h 239842"/>
              <a:gd name="connsiteX24" fmla="*/ 185577 w 276805"/>
              <a:gd name="connsiteY24" fmla="*/ 238519 h 239842"/>
              <a:gd name="connsiteX25" fmla="*/ 62642 w 276805"/>
              <a:gd name="connsiteY25" fmla="*/ 171704 h 239842"/>
              <a:gd name="connsiteX26" fmla="*/ 10902 w 276805"/>
              <a:gd name="connsiteY26" fmla="*/ 171704 h 239842"/>
              <a:gd name="connsiteX27" fmla="*/ 0 w 276805"/>
              <a:gd name="connsiteY27" fmla="*/ 160802 h 239842"/>
              <a:gd name="connsiteX28" fmla="*/ 0 w 276805"/>
              <a:gd name="connsiteY28" fmla="*/ 79039 h 239842"/>
              <a:gd name="connsiteX29" fmla="*/ 10902 w 276805"/>
              <a:gd name="connsiteY29" fmla="*/ 68137 h 239842"/>
              <a:gd name="connsiteX30" fmla="*/ 62642 w 276805"/>
              <a:gd name="connsiteY30" fmla="*/ 68137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76805" h="239842">
                <a:moveTo>
                  <a:pt x="21804" y="89940"/>
                </a:moveTo>
                <a:lnTo>
                  <a:pt x="21804" y="149901"/>
                </a:lnTo>
                <a:lnTo>
                  <a:pt x="54510" y="149901"/>
                </a:lnTo>
                <a:lnTo>
                  <a:pt x="54510" y="89940"/>
                </a:lnTo>
                <a:close/>
                <a:moveTo>
                  <a:pt x="103568" y="70699"/>
                </a:moveTo>
                <a:lnTo>
                  <a:pt x="76313" y="85512"/>
                </a:lnTo>
                <a:lnTo>
                  <a:pt x="76313" y="154329"/>
                </a:lnTo>
                <a:lnTo>
                  <a:pt x="103568" y="169122"/>
                </a:lnTo>
                <a:close/>
                <a:moveTo>
                  <a:pt x="227345" y="35633"/>
                </a:moveTo>
                <a:cubicBezTo>
                  <a:pt x="231668" y="31442"/>
                  <a:pt x="238570" y="31548"/>
                  <a:pt x="242761" y="35871"/>
                </a:cubicBezTo>
                <a:cubicBezTo>
                  <a:pt x="288153" y="82711"/>
                  <a:pt x="288153" y="157131"/>
                  <a:pt x="242761" y="203971"/>
                </a:cubicBezTo>
                <a:cubicBezTo>
                  <a:pt x="238570" y="208294"/>
                  <a:pt x="231668" y="208401"/>
                  <a:pt x="227345" y="204209"/>
                </a:cubicBezTo>
                <a:cubicBezTo>
                  <a:pt x="223022" y="200018"/>
                  <a:pt x="222916" y="193117"/>
                  <a:pt x="227107" y="188794"/>
                </a:cubicBezTo>
                <a:cubicBezTo>
                  <a:pt x="264301" y="150411"/>
                  <a:pt x="264301" y="89431"/>
                  <a:pt x="227107" y="51048"/>
                </a:cubicBezTo>
                <a:cubicBezTo>
                  <a:pt x="222916" y="46726"/>
                  <a:pt x="223022" y="39824"/>
                  <a:pt x="227345" y="35633"/>
                </a:cubicBezTo>
                <a:close/>
                <a:moveTo>
                  <a:pt x="179881" y="29220"/>
                </a:moveTo>
                <a:lnTo>
                  <a:pt x="125372" y="58860"/>
                </a:lnTo>
                <a:lnTo>
                  <a:pt x="125372" y="180967"/>
                </a:lnTo>
                <a:lnTo>
                  <a:pt x="179881" y="210607"/>
                </a:lnTo>
                <a:close/>
                <a:moveTo>
                  <a:pt x="185577" y="1322"/>
                </a:moveTo>
                <a:cubicBezTo>
                  <a:pt x="188956" y="-514"/>
                  <a:pt x="193052" y="-434"/>
                  <a:pt x="196356" y="1533"/>
                </a:cubicBezTo>
                <a:cubicBezTo>
                  <a:pt x="199660" y="3498"/>
                  <a:pt x="201684" y="7058"/>
                  <a:pt x="201685" y="10902"/>
                </a:cubicBezTo>
                <a:lnTo>
                  <a:pt x="201685" y="228939"/>
                </a:lnTo>
                <a:cubicBezTo>
                  <a:pt x="201685" y="232784"/>
                  <a:pt x="199660" y="236344"/>
                  <a:pt x="196356" y="238310"/>
                </a:cubicBezTo>
                <a:cubicBezTo>
                  <a:pt x="193051" y="240276"/>
                  <a:pt x="188955" y="240355"/>
                  <a:pt x="185577" y="238519"/>
                </a:cubicBezTo>
                <a:lnTo>
                  <a:pt x="62642" y="171704"/>
                </a:lnTo>
                <a:lnTo>
                  <a:pt x="10902" y="171704"/>
                </a:lnTo>
                <a:cubicBezTo>
                  <a:pt x="4881" y="171704"/>
                  <a:pt x="0" y="166823"/>
                  <a:pt x="0" y="160802"/>
                </a:cubicBezTo>
                <a:lnTo>
                  <a:pt x="0" y="79039"/>
                </a:lnTo>
                <a:cubicBezTo>
                  <a:pt x="0" y="73018"/>
                  <a:pt x="4881" y="68137"/>
                  <a:pt x="10902" y="68137"/>
                </a:cubicBezTo>
                <a:lnTo>
                  <a:pt x="62642" y="68137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 w="527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: 形状 132"/>
          <p:cNvSpPr/>
          <p:nvPr>
            <p:custDataLst>
              <p:tags r:id="rId10"/>
            </p:custDataLst>
          </p:nvPr>
        </p:nvSpPr>
        <p:spPr>
          <a:xfrm>
            <a:off x="5069750" y="6313382"/>
            <a:ext cx="249330" cy="276722"/>
          </a:xfrm>
          <a:custGeom>
            <a:avLst/>
            <a:gdLst>
              <a:gd name="connsiteX0" fmla="*/ 124676 w 249580"/>
              <a:gd name="connsiteY0" fmla="*/ 130620 h 276999"/>
              <a:gd name="connsiteX1" fmla="*/ 115736 w 249580"/>
              <a:gd name="connsiteY1" fmla="*/ 148736 h 276999"/>
              <a:gd name="connsiteX2" fmla="*/ 107386 w 249580"/>
              <a:gd name="connsiteY2" fmla="*/ 154806 h 276999"/>
              <a:gd name="connsiteX3" fmla="*/ 87396 w 249580"/>
              <a:gd name="connsiteY3" fmla="*/ 157710 h 276999"/>
              <a:gd name="connsiteX4" fmla="*/ 101861 w 249580"/>
              <a:gd name="connsiteY4" fmla="*/ 171812 h 276999"/>
              <a:gd name="connsiteX5" fmla="*/ 105050 w 249580"/>
              <a:gd name="connsiteY5" fmla="*/ 181629 h 276999"/>
              <a:gd name="connsiteX6" fmla="*/ 101635 w 249580"/>
              <a:gd name="connsiteY6" fmla="*/ 201539 h 276999"/>
              <a:gd name="connsiteX7" fmla="*/ 119515 w 249580"/>
              <a:gd name="connsiteY7" fmla="*/ 192139 h 276999"/>
              <a:gd name="connsiteX8" fmla="*/ 129841 w 249580"/>
              <a:gd name="connsiteY8" fmla="*/ 192139 h 276999"/>
              <a:gd name="connsiteX9" fmla="*/ 147721 w 249580"/>
              <a:gd name="connsiteY9" fmla="*/ 201539 h 276999"/>
              <a:gd name="connsiteX10" fmla="*/ 144306 w 249580"/>
              <a:gd name="connsiteY10" fmla="*/ 181629 h 276999"/>
              <a:gd name="connsiteX11" fmla="*/ 147496 w 249580"/>
              <a:gd name="connsiteY11" fmla="*/ 171812 h 276999"/>
              <a:gd name="connsiteX12" fmla="*/ 161961 w 249580"/>
              <a:gd name="connsiteY12" fmla="*/ 157710 h 276999"/>
              <a:gd name="connsiteX13" fmla="*/ 141970 w 249580"/>
              <a:gd name="connsiteY13" fmla="*/ 154806 h 276999"/>
              <a:gd name="connsiteX14" fmla="*/ 133620 w 249580"/>
              <a:gd name="connsiteY14" fmla="*/ 148736 h 276999"/>
              <a:gd name="connsiteX15" fmla="*/ 124678 w 249580"/>
              <a:gd name="connsiteY15" fmla="*/ 94467 h 276999"/>
              <a:gd name="connsiteX16" fmla="*/ 134625 w 249580"/>
              <a:gd name="connsiteY16" fmla="*/ 100650 h 276999"/>
              <a:gd name="connsiteX17" fmla="*/ 150931 w 249580"/>
              <a:gd name="connsiteY17" fmla="*/ 133688 h 276999"/>
              <a:gd name="connsiteX18" fmla="*/ 187369 w 249580"/>
              <a:gd name="connsiteY18" fmla="*/ 138989 h 276999"/>
              <a:gd name="connsiteX19" fmla="*/ 196325 w 249580"/>
              <a:gd name="connsiteY19" fmla="*/ 146537 h 276999"/>
              <a:gd name="connsiteX20" fmla="*/ 193519 w 249580"/>
              <a:gd name="connsiteY20" fmla="*/ 157908 h 276999"/>
              <a:gd name="connsiteX21" fmla="*/ 167132 w 249580"/>
              <a:gd name="connsiteY21" fmla="*/ 183629 h 276999"/>
              <a:gd name="connsiteX22" fmla="*/ 173372 w 249580"/>
              <a:gd name="connsiteY22" fmla="*/ 219942 h 276999"/>
              <a:gd name="connsiteX23" fmla="*/ 168959 w 249580"/>
              <a:gd name="connsiteY23" fmla="*/ 230790 h 276999"/>
              <a:gd name="connsiteX24" fmla="*/ 157278 w 249580"/>
              <a:gd name="connsiteY24" fmla="*/ 231634 h 276999"/>
              <a:gd name="connsiteX25" fmla="*/ 124662 w 249580"/>
              <a:gd name="connsiteY25" fmla="*/ 214490 h 276999"/>
              <a:gd name="connsiteX26" fmla="*/ 92051 w 249580"/>
              <a:gd name="connsiteY26" fmla="*/ 231634 h 276999"/>
              <a:gd name="connsiteX27" fmla="*/ 80370 w 249580"/>
              <a:gd name="connsiteY27" fmla="*/ 230790 h 276999"/>
              <a:gd name="connsiteX28" fmla="*/ 75956 w 249580"/>
              <a:gd name="connsiteY28" fmla="*/ 219942 h 276999"/>
              <a:gd name="connsiteX29" fmla="*/ 82196 w 249580"/>
              <a:gd name="connsiteY29" fmla="*/ 183629 h 276999"/>
              <a:gd name="connsiteX30" fmla="*/ 55810 w 249580"/>
              <a:gd name="connsiteY30" fmla="*/ 157908 h 276999"/>
              <a:gd name="connsiteX31" fmla="*/ 53005 w 249580"/>
              <a:gd name="connsiteY31" fmla="*/ 146536 h 276999"/>
              <a:gd name="connsiteX32" fmla="*/ 61962 w 249580"/>
              <a:gd name="connsiteY32" fmla="*/ 138989 h 276999"/>
              <a:gd name="connsiteX33" fmla="*/ 98439 w 249580"/>
              <a:gd name="connsiteY33" fmla="*/ 133688 h 276999"/>
              <a:gd name="connsiteX34" fmla="*/ 114731 w 249580"/>
              <a:gd name="connsiteY34" fmla="*/ 100650 h 276999"/>
              <a:gd name="connsiteX35" fmla="*/ 124678 w 249580"/>
              <a:gd name="connsiteY35" fmla="*/ 94467 h 276999"/>
              <a:gd name="connsiteX36" fmla="*/ 133351 w 249580"/>
              <a:gd name="connsiteY36" fmla="*/ 83622 h 276999"/>
              <a:gd name="connsiteX37" fmla="*/ 77263 w 249580"/>
              <a:gd name="connsiteY37" fmla="*/ 97674 h 276999"/>
              <a:gd name="connsiteX38" fmla="*/ 45665 w 249580"/>
              <a:gd name="connsiteY38" fmla="*/ 201871 h 276999"/>
              <a:gd name="connsiteX39" fmla="*/ 141698 w 249580"/>
              <a:gd name="connsiteY39" fmla="*/ 253186 h 276999"/>
              <a:gd name="connsiteX40" fmla="*/ 210757 w 249580"/>
              <a:gd name="connsiteY40" fmla="*/ 169005 h 276999"/>
              <a:gd name="connsiteX41" fmla="*/ 185622 w 249580"/>
              <a:gd name="connsiteY41" fmla="*/ 108343 h 276999"/>
              <a:gd name="connsiteX42" fmla="*/ 133351 w 249580"/>
              <a:gd name="connsiteY42" fmla="*/ 83622 h 276999"/>
              <a:gd name="connsiteX43" fmla="*/ 169160 w 249580"/>
              <a:gd name="connsiteY43" fmla="*/ 22185 h 276999"/>
              <a:gd name="connsiteX44" fmla="*/ 169160 w 249580"/>
              <a:gd name="connsiteY44" fmla="*/ 70417 h 276999"/>
              <a:gd name="connsiteX45" fmla="*/ 178228 w 249580"/>
              <a:gd name="connsiteY45" fmla="*/ 75017 h 276999"/>
              <a:gd name="connsiteX46" fmla="*/ 227396 w 249580"/>
              <a:gd name="connsiteY46" fmla="*/ 55508 h 276999"/>
              <a:gd name="connsiteX47" fmla="*/ 227396 w 249580"/>
              <a:gd name="connsiteY47" fmla="*/ 22185 h 276999"/>
              <a:gd name="connsiteX48" fmla="*/ 102606 w 249580"/>
              <a:gd name="connsiteY48" fmla="*/ 22185 h 276999"/>
              <a:gd name="connsiteX49" fmla="*/ 102606 w 249580"/>
              <a:gd name="connsiteY49" fmla="*/ 63318 h 276999"/>
              <a:gd name="connsiteX50" fmla="*/ 124947 w 249580"/>
              <a:gd name="connsiteY50" fmla="*/ 61009 h 276999"/>
              <a:gd name="connsiteX51" fmla="*/ 146975 w 249580"/>
              <a:gd name="connsiteY51" fmla="*/ 63252 h 276999"/>
              <a:gd name="connsiteX52" fmla="*/ 146975 w 249580"/>
              <a:gd name="connsiteY52" fmla="*/ 22185 h 276999"/>
              <a:gd name="connsiteX53" fmla="*/ 22185 w 249580"/>
              <a:gd name="connsiteY53" fmla="*/ 22185 h 276999"/>
              <a:gd name="connsiteX54" fmla="*/ 22185 w 249580"/>
              <a:gd name="connsiteY54" fmla="*/ 55508 h 276999"/>
              <a:gd name="connsiteX55" fmla="*/ 71540 w 249580"/>
              <a:gd name="connsiteY55" fmla="*/ 75089 h 276999"/>
              <a:gd name="connsiteX56" fmla="*/ 80421 w 249580"/>
              <a:gd name="connsiteY56" fmla="*/ 70559 h 276999"/>
              <a:gd name="connsiteX57" fmla="*/ 80421 w 249580"/>
              <a:gd name="connsiteY57" fmla="*/ 22185 h 276999"/>
              <a:gd name="connsiteX58" fmla="*/ 11092 w 249580"/>
              <a:gd name="connsiteY58" fmla="*/ 0 h 276999"/>
              <a:gd name="connsiteX59" fmla="*/ 238488 w 249580"/>
              <a:gd name="connsiteY59" fmla="*/ 0 h 276999"/>
              <a:gd name="connsiteX60" fmla="*/ 249580 w 249580"/>
              <a:gd name="connsiteY60" fmla="*/ 11093 h 276999"/>
              <a:gd name="connsiteX61" fmla="*/ 249580 w 249580"/>
              <a:gd name="connsiteY61" fmla="*/ 63040 h 276999"/>
              <a:gd name="connsiteX62" fmla="*/ 242578 w 249580"/>
              <a:gd name="connsiteY62" fmla="*/ 73349 h 276999"/>
              <a:gd name="connsiteX63" fmla="*/ 199168 w 249580"/>
              <a:gd name="connsiteY63" fmla="*/ 90560 h 276999"/>
              <a:gd name="connsiteX64" fmla="*/ 201301 w 249580"/>
              <a:gd name="connsiteY64" fmla="*/ 92640 h 276999"/>
              <a:gd name="connsiteX65" fmla="*/ 201300 w 249580"/>
              <a:gd name="connsiteY65" fmla="*/ 245369 h 276999"/>
              <a:gd name="connsiteX66" fmla="*/ 48571 w 249580"/>
              <a:gd name="connsiteY66" fmla="*/ 245369 h 276999"/>
              <a:gd name="connsiteX67" fmla="*/ 48571 w 249580"/>
              <a:gd name="connsiteY67" fmla="*/ 92640 h 276999"/>
              <a:gd name="connsiteX68" fmla="*/ 50609 w 249580"/>
              <a:gd name="connsiteY68" fmla="*/ 90657 h 276999"/>
              <a:gd name="connsiteX69" fmla="*/ 7003 w 249580"/>
              <a:gd name="connsiteY69" fmla="*/ 73349 h 276999"/>
              <a:gd name="connsiteX70" fmla="*/ 0 w 249580"/>
              <a:gd name="connsiteY70" fmla="*/ 63040 h 276999"/>
              <a:gd name="connsiteX71" fmla="*/ 0 w 249580"/>
              <a:gd name="connsiteY71" fmla="*/ 11093 h 276999"/>
              <a:gd name="connsiteX72" fmla="*/ 11092 w 249580"/>
              <a:gd name="connsiteY72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249580" h="276999">
                <a:moveTo>
                  <a:pt x="124676" y="130620"/>
                </a:moveTo>
                <a:lnTo>
                  <a:pt x="115736" y="148736"/>
                </a:lnTo>
                <a:cubicBezTo>
                  <a:pt x="114122" y="152010"/>
                  <a:pt x="110998" y="154280"/>
                  <a:pt x="107386" y="154806"/>
                </a:cubicBezTo>
                <a:lnTo>
                  <a:pt x="87396" y="157710"/>
                </a:lnTo>
                <a:lnTo>
                  <a:pt x="101861" y="171812"/>
                </a:lnTo>
                <a:cubicBezTo>
                  <a:pt x="104474" y="174360"/>
                  <a:pt x="105667" y="178031"/>
                  <a:pt x="105050" y="181629"/>
                </a:cubicBezTo>
                <a:lnTo>
                  <a:pt x="101635" y="201539"/>
                </a:lnTo>
                <a:lnTo>
                  <a:pt x="119515" y="192139"/>
                </a:lnTo>
                <a:cubicBezTo>
                  <a:pt x="122747" y="190438"/>
                  <a:pt x="126609" y="190438"/>
                  <a:pt x="129841" y="192139"/>
                </a:cubicBezTo>
                <a:lnTo>
                  <a:pt x="147721" y="201539"/>
                </a:lnTo>
                <a:lnTo>
                  <a:pt x="144306" y="181629"/>
                </a:lnTo>
                <a:cubicBezTo>
                  <a:pt x="143689" y="178031"/>
                  <a:pt x="144882" y="174360"/>
                  <a:pt x="147496" y="171812"/>
                </a:cubicBezTo>
                <a:lnTo>
                  <a:pt x="161961" y="157710"/>
                </a:lnTo>
                <a:lnTo>
                  <a:pt x="141970" y="154806"/>
                </a:lnTo>
                <a:cubicBezTo>
                  <a:pt x="138358" y="154280"/>
                  <a:pt x="135235" y="152010"/>
                  <a:pt x="133620" y="148736"/>
                </a:cubicBezTo>
                <a:close/>
                <a:moveTo>
                  <a:pt x="124678" y="94467"/>
                </a:moveTo>
                <a:cubicBezTo>
                  <a:pt x="128900" y="94467"/>
                  <a:pt x="132756" y="96865"/>
                  <a:pt x="134625" y="100650"/>
                </a:cubicBezTo>
                <a:lnTo>
                  <a:pt x="150931" y="133688"/>
                </a:lnTo>
                <a:lnTo>
                  <a:pt x="187369" y="138989"/>
                </a:lnTo>
                <a:cubicBezTo>
                  <a:pt x="191548" y="139596"/>
                  <a:pt x="195019" y="142521"/>
                  <a:pt x="196325" y="146537"/>
                </a:cubicBezTo>
                <a:cubicBezTo>
                  <a:pt x="197630" y="150552"/>
                  <a:pt x="196542" y="154961"/>
                  <a:pt x="193519" y="157908"/>
                </a:cubicBezTo>
                <a:lnTo>
                  <a:pt x="167132" y="183629"/>
                </a:lnTo>
                <a:lnTo>
                  <a:pt x="173372" y="219942"/>
                </a:lnTo>
                <a:cubicBezTo>
                  <a:pt x="174085" y="224104"/>
                  <a:pt x="172374" y="228309"/>
                  <a:pt x="168959" y="230790"/>
                </a:cubicBezTo>
                <a:cubicBezTo>
                  <a:pt x="165543" y="233272"/>
                  <a:pt x="161015" y="233599"/>
                  <a:pt x="157278" y="231634"/>
                </a:cubicBezTo>
                <a:lnTo>
                  <a:pt x="124662" y="214490"/>
                </a:lnTo>
                <a:lnTo>
                  <a:pt x="92051" y="231634"/>
                </a:lnTo>
                <a:cubicBezTo>
                  <a:pt x="88314" y="233599"/>
                  <a:pt x="83785" y="233272"/>
                  <a:pt x="80370" y="230790"/>
                </a:cubicBezTo>
                <a:cubicBezTo>
                  <a:pt x="76954" y="228309"/>
                  <a:pt x="75243" y="224104"/>
                  <a:pt x="75956" y="219942"/>
                </a:cubicBezTo>
                <a:lnTo>
                  <a:pt x="82196" y="183629"/>
                </a:lnTo>
                <a:lnTo>
                  <a:pt x="55810" y="157908"/>
                </a:lnTo>
                <a:cubicBezTo>
                  <a:pt x="52786" y="154960"/>
                  <a:pt x="51698" y="150551"/>
                  <a:pt x="53005" y="146536"/>
                </a:cubicBezTo>
                <a:cubicBezTo>
                  <a:pt x="54311" y="142520"/>
                  <a:pt x="57783" y="139594"/>
                  <a:pt x="61962" y="138989"/>
                </a:cubicBezTo>
                <a:lnTo>
                  <a:pt x="98439" y="133688"/>
                </a:lnTo>
                <a:lnTo>
                  <a:pt x="114731" y="100650"/>
                </a:lnTo>
                <a:cubicBezTo>
                  <a:pt x="116600" y="96865"/>
                  <a:pt x="120456" y="94467"/>
                  <a:pt x="124678" y="94467"/>
                </a:cubicBezTo>
                <a:close/>
                <a:moveTo>
                  <a:pt x="133351" y="83622"/>
                </a:moveTo>
                <a:cubicBezTo>
                  <a:pt x="114135" y="81730"/>
                  <a:pt x="94283" y="86300"/>
                  <a:pt x="77263" y="97674"/>
                </a:cubicBezTo>
                <a:cubicBezTo>
                  <a:pt x="43222" y="120422"/>
                  <a:pt x="29993" y="164048"/>
                  <a:pt x="45665" y="201871"/>
                </a:cubicBezTo>
                <a:cubicBezTo>
                  <a:pt x="61337" y="239694"/>
                  <a:pt x="101545" y="261179"/>
                  <a:pt x="141698" y="253186"/>
                </a:cubicBezTo>
                <a:cubicBezTo>
                  <a:pt x="181851" y="245192"/>
                  <a:pt x="210765" y="209946"/>
                  <a:pt x="210757" y="169005"/>
                </a:cubicBezTo>
                <a:cubicBezTo>
                  <a:pt x="210814" y="146239"/>
                  <a:pt x="201763" y="124397"/>
                  <a:pt x="185622" y="108343"/>
                </a:cubicBezTo>
                <a:cubicBezTo>
                  <a:pt x="171147" y="93868"/>
                  <a:pt x="152567" y="85514"/>
                  <a:pt x="133351" y="83622"/>
                </a:cubicBezTo>
                <a:close/>
                <a:moveTo>
                  <a:pt x="169160" y="22185"/>
                </a:moveTo>
                <a:lnTo>
                  <a:pt x="169160" y="70417"/>
                </a:lnTo>
                <a:cubicBezTo>
                  <a:pt x="172252" y="71801"/>
                  <a:pt x="175275" y="73335"/>
                  <a:pt x="178228" y="75017"/>
                </a:cubicBezTo>
                <a:lnTo>
                  <a:pt x="227396" y="55508"/>
                </a:lnTo>
                <a:lnTo>
                  <a:pt x="227396" y="22185"/>
                </a:lnTo>
                <a:close/>
                <a:moveTo>
                  <a:pt x="102606" y="22185"/>
                </a:moveTo>
                <a:lnTo>
                  <a:pt x="102606" y="63318"/>
                </a:lnTo>
                <a:cubicBezTo>
                  <a:pt x="109953" y="61780"/>
                  <a:pt x="117440" y="61006"/>
                  <a:pt x="124947" y="61009"/>
                </a:cubicBezTo>
                <a:cubicBezTo>
                  <a:pt x="132346" y="61006"/>
                  <a:pt x="139728" y="61757"/>
                  <a:pt x="146975" y="63252"/>
                </a:cubicBezTo>
                <a:lnTo>
                  <a:pt x="146975" y="22185"/>
                </a:lnTo>
                <a:close/>
                <a:moveTo>
                  <a:pt x="22185" y="22185"/>
                </a:moveTo>
                <a:lnTo>
                  <a:pt x="22185" y="55508"/>
                </a:lnTo>
                <a:lnTo>
                  <a:pt x="71540" y="75089"/>
                </a:lnTo>
                <a:cubicBezTo>
                  <a:pt x="74433" y="73439"/>
                  <a:pt x="77393" y="71929"/>
                  <a:pt x="80421" y="70559"/>
                </a:cubicBezTo>
                <a:lnTo>
                  <a:pt x="80421" y="22185"/>
                </a:lnTo>
                <a:close/>
                <a:moveTo>
                  <a:pt x="11092" y="0"/>
                </a:moveTo>
                <a:lnTo>
                  <a:pt x="238488" y="0"/>
                </a:lnTo>
                <a:cubicBezTo>
                  <a:pt x="244614" y="0"/>
                  <a:pt x="249580" y="4967"/>
                  <a:pt x="249580" y="11093"/>
                </a:cubicBezTo>
                <a:lnTo>
                  <a:pt x="249580" y="63040"/>
                </a:lnTo>
                <a:cubicBezTo>
                  <a:pt x="249579" y="67587"/>
                  <a:pt x="246805" y="71672"/>
                  <a:pt x="242578" y="73349"/>
                </a:cubicBezTo>
                <a:lnTo>
                  <a:pt x="199168" y="90560"/>
                </a:lnTo>
                <a:cubicBezTo>
                  <a:pt x="199896" y="91253"/>
                  <a:pt x="200607" y="91947"/>
                  <a:pt x="201301" y="92640"/>
                </a:cubicBezTo>
                <a:cubicBezTo>
                  <a:pt x="243475" y="134815"/>
                  <a:pt x="243475" y="203194"/>
                  <a:pt x="201300" y="245369"/>
                </a:cubicBezTo>
                <a:cubicBezTo>
                  <a:pt x="159125" y="287543"/>
                  <a:pt x="90747" y="287543"/>
                  <a:pt x="48571" y="245369"/>
                </a:cubicBezTo>
                <a:cubicBezTo>
                  <a:pt x="6397" y="203194"/>
                  <a:pt x="6397" y="134815"/>
                  <a:pt x="48571" y="92640"/>
                </a:cubicBezTo>
                <a:cubicBezTo>
                  <a:pt x="49243" y="91967"/>
                  <a:pt x="49916" y="91309"/>
                  <a:pt x="50609" y="90657"/>
                </a:cubicBezTo>
                <a:lnTo>
                  <a:pt x="7003" y="73349"/>
                </a:lnTo>
                <a:cubicBezTo>
                  <a:pt x="2776" y="71672"/>
                  <a:pt x="1" y="67587"/>
                  <a:pt x="0" y="63040"/>
                </a:cubicBezTo>
                <a:lnTo>
                  <a:pt x="0" y="11093"/>
                </a:lnTo>
                <a:cubicBezTo>
                  <a:pt x="0" y="4967"/>
                  <a:pt x="4967" y="0"/>
                  <a:pt x="11092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536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任意多边形: 形状 133"/>
          <p:cNvSpPr/>
          <p:nvPr>
            <p:custDataLst>
              <p:tags r:id="rId11"/>
            </p:custDataLst>
          </p:nvPr>
        </p:nvSpPr>
        <p:spPr>
          <a:xfrm>
            <a:off x="4163878" y="6313382"/>
            <a:ext cx="275041" cy="276720"/>
          </a:xfrm>
          <a:custGeom>
            <a:avLst/>
            <a:gdLst>
              <a:gd name="connsiteX0" fmla="*/ 123351 w 275317"/>
              <a:gd name="connsiteY0" fmla="*/ 255364 h 276997"/>
              <a:gd name="connsiteX1" fmla="*/ 257505 w 275317"/>
              <a:gd name="connsiteY1" fmla="*/ 255364 h 276997"/>
              <a:gd name="connsiteX2" fmla="*/ 268237 w 275317"/>
              <a:gd name="connsiteY2" fmla="*/ 266096 h 276997"/>
              <a:gd name="connsiteX3" fmla="*/ 257505 w 275317"/>
              <a:gd name="connsiteY3" fmla="*/ 276829 h 276997"/>
              <a:gd name="connsiteX4" fmla="*/ 123351 w 275317"/>
              <a:gd name="connsiteY4" fmla="*/ 276829 h 276997"/>
              <a:gd name="connsiteX5" fmla="*/ 112619 w 275317"/>
              <a:gd name="connsiteY5" fmla="*/ 266096 h 276997"/>
              <a:gd name="connsiteX6" fmla="*/ 123351 w 275317"/>
              <a:gd name="connsiteY6" fmla="*/ 255364 h 276997"/>
              <a:gd name="connsiteX7" fmla="*/ 115265 w 275317"/>
              <a:gd name="connsiteY7" fmla="*/ 148210 h 276997"/>
              <a:gd name="connsiteX8" fmla="*/ 25908 w 275317"/>
              <a:gd name="connsiteY8" fmla="*/ 237556 h 276997"/>
              <a:gd name="connsiteX9" fmla="*/ 39451 w 275317"/>
              <a:gd name="connsiteY9" fmla="*/ 251085 h 276997"/>
              <a:gd name="connsiteX10" fmla="*/ 128788 w 275317"/>
              <a:gd name="connsiteY10" fmla="*/ 161732 h 276997"/>
              <a:gd name="connsiteX11" fmla="*/ 236127 w 275317"/>
              <a:gd name="connsiteY11" fmla="*/ 137846 h 276997"/>
              <a:gd name="connsiteX12" fmla="*/ 176546 w 275317"/>
              <a:gd name="connsiteY12" fmla="*/ 197430 h 276997"/>
              <a:gd name="connsiteX13" fmla="*/ 189828 w 275317"/>
              <a:gd name="connsiteY13" fmla="*/ 210712 h 276997"/>
              <a:gd name="connsiteX14" fmla="*/ 249409 w 275317"/>
              <a:gd name="connsiteY14" fmla="*/ 151127 h 276997"/>
              <a:gd name="connsiteX15" fmla="*/ 143494 w 275317"/>
              <a:gd name="connsiteY15" fmla="*/ 63522 h 276997"/>
              <a:gd name="connsiteX16" fmla="*/ 102218 w 275317"/>
              <a:gd name="connsiteY16" fmla="*/ 104797 h 276997"/>
              <a:gd name="connsiteX17" fmla="*/ 136961 w 275317"/>
              <a:gd name="connsiteY17" fmla="*/ 139543 h 276997"/>
              <a:gd name="connsiteX18" fmla="*/ 151564 w 275317"/>
              <a:gd name="connsiteY18" fmla="*/ 154146 h 276997"/>
              <a:gd name="connsiteX19" fmla="*/ 170520 w 275317"/>
              <a:gd name="connsiteY19" fmla="*/ 173099 h 276997"/>
              <a:gd name="connsiteX20" fmla="*/ 211796 w 275317"/>
              <a:gd name="connsiteY20" fmla="*/ 131822 h 276997"/>
              <a:gd name="connsiteX21" fmla="*/ 124190 w 275317"/>
              <a:gd name="connsiteY21" fmla="*/ 25908 h 276997"/>
              <a:gd name="connsiteX22" fmla="*/ 64605 w 275317"/>
              <a:gd name="connsiteY22" fmla="*/ 85493 h 276997"/>
              <a:gd name="connsiteX23" fmla="*/ 77886 w 275317"/>
              <a:gd name="connsiteY23" fmla="*/ 98774 h 276997"/>
              <a:gd name="connsiteX24" fmla="*/ 137471 w 275317"/>
              <a:gd name="connsiteY24" fmla="*/ 39189 h 276997"/>
              <a:gd name="connsiteX25" fmla="*/ 116603 w 275317"/>
              <a:gd name="connsiteY25" fmla="*/ 3142 h 276997"/>
              <a:gd name="connsiteX26" fmla="*/ 131779 w 275317"/>
              <a:gd name="connsiteY26" fmla="*/ 3142 h 276997"/>
              <a:gd name="connsiteX27" fmla="*/ 160237 w 275317"/>
              <a:gd name="connsiteY27" fmla="*/ 31599 h 276997"/>
              <a:gd name="connsiteX28" fmla="*/ 160237 w 275317"/>
              <a:gd name="connsiteY28" fmla="*/ 46779 h 276997"/>
              <a:gd name="connsiteX29" fmla="*/ 158671 w 275317"/>
              <a:gd name="connsiteY29" fmla="*/ 48345 h 276997"/>
              <a:gd name="connsiteX30" fmla="*/ 226972 w 275317"/>
              <a:gd name="connsiteY30" fmla="*/ 116643 h 276997"/>
              <a:gd name="connsiteX31" fmla="*/ 228538 w 275317"/>
              <a:gd name="connsiteY31" fmla="*/ 115076 h 276997"/>
              <a:gd name="connsiteX32" fmla="*/ 243714 w 275317"/>
              <a:gd name="connsiteY32" fmla="*/ 115076 h 276997"/>
              <a:gd name="connsiteX33" fmla="*/ 272174 w 275317"/>
              <a:gd name="connsiteY33" fmla="*/ 143538 h 276997"/>
              <a:gd name="connsiteX34" fmla="*/ 272174 w 275317"/>
              <a:gd name="connsiteY34" fmla="*/ 158714 h 276997"/>
              <a:gd name="connsiteX35" fmla="*/ 197411 w 275317"/>
              <a:gd name="connsiteY35" fmla="*/ 233477 h 276997"/>
              <a:gd name="connsiteX36" fmla="*/ 182231 w 275317"/>
              <a:gd name="connsiteY36" fmla="*/ 233477 h 276997"/>
              <a:gd name="connsiteX37" fmla="*/ 153774 w 275317"/>
              <a:gd name="connsiteY37" fmla="*/ 205020 h 276997"/>
              <a:gd name="connsiteX38" fmla="*/ 153774 w 275317"/>
              <a:gd name="connsiteY38" fmla="*/ 189841 h 276997"/>
              <a:gd name="connsiteX39" fmla="*/ 155340 w 275317"/>
              <a:gd name="connsiteY39" fmla="*/ 188275 h 276997"/>
              <a:gd name="connsiteX40" fmla="*/ 143974 w 275317"/>
              <a:gd name="connsiteY40" fmla="*/ 176908 h 276997"/>
              <a:gd name="connsiteX41" fmla="*/ 47027 w 275317"/>
              <a:gd name="connsiteY41" fmla="*/ 273855 h 276997"/>
              <a:gd name="connsiteX42" fmla="*/ 31851 w 275317"/>
              <a:gd name="connsiteY42" fmla="*/ 273855 h 276997"/>
              <a:gd name="connsiteX43" fmla="*/ 3142 w 275317"/>
              <a:gd name="connsiteY43" fmla="*/ 245146 h 276997"/>
              <a:gd name="connsiteX44" fmla="*/ 3142 w 275317"/>
              <a:gd name="connsiteY44" fmla="*/ 229969 h 276997"/>
              <a:gd name="connsiteX45" fmla="*/ 100089 w 275317"/>
              <a:gd name="connsiteY45" fmla="*/ 133023 h 276997"/>
              <a:gd name="connsiteX46" fmla="*/ 87039 w 275317"/>
              <a:gd name="connsiteY46" fmla="*/ 119977 h 276997"/>
              <a:gd name="connsiteX47" fmla="*/ 85475 w 275317"/>
              <a:gd name="connsiteY47" fmla="*/ 121543 h 276997"/>
              <a:gd name="connsiteX48" fmla="*/ 70296 w 275317"/>
              <a:gd name="connsiteY48" fmla="*/ 121543 h 276997"/>
              <a:gd name="connsiteX49" fmla="*/ 41839 w 275317"/>
              <a:gd name="connsiteY49" fmla="*/ 93082 h 276997"/>
              <a:gd name="connsiteX50" fmla="*/ 41839 w 275317"/>
              <a:gd name="connsiteY50" fmla="*/ 77906 h 2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75317" h="276997">
                <a:moveTo>
                  <a:pt x="123351" y="255364"/>
                </a:moveTo>
                <a:lnTo>
                  <a:pt x="257505" y="255364"/>
                </a:lnTo>
                <a:cubicBezTo>
                  <a:pt x="263433" y="255364"/>
                  <a:pt x="268237" y="260170"/>
                  <a:pt x="268237" y="266096"/>
                </a:cubicBezTo>
                <a:cubicBezTo>
                  <a:pt x="268237" y="272024"/>
                  <a:pt x="263433" y="276829"/>
                  <a:pt x="257505" y="276829"/>
                </a:cubicBezTo>
                <a:lnTo>
                  <a:pt x="123351" y="276829"/>
                </a:lnTo>
                <a:cubicBezTo>
                  <a:pt x="117424" y="276829"/>
                  <a:pt x="112619" y="272024"/>
                  <a:pt x="112619" y="266096"/>
                </a:cubicBezTo>
                <a:cubicBezTo>
                  <a:pt x="112619" y="260170"/>
                  <a:pt x="117424" y="255364"/>
                  <a:pt x="123351" y="255364"/>
                </a:cubicBezTo>
                <a:close/>
                <a:moveTo>
                  <a:pt x="115265" y="148210"/>
                </a:moveTo>
                <a:lnTo>
                  <a:pt x="25908" y="237556"/>
                </a:lnTo>
                <a:lnTo>
                  <a:pt x="39451" y="251085"/>
                </a:lnTo>
                <a:lnTo>
                  <a:pt x="128788" y="161732"/>
                </a:lnTo>
                <a:close/>
                <a:moveTo>
                  <a:pt x="236127" y="137846"/>
                </a:moveTo>
                <a:lnTo>
                  <a:pt x="176546" y="197430"/>
                </a:lnTo>
                <a:lnTo>
                  <a:pt x="189828" y="210712"/>
                </a:lnTo>
                <a:lnTo>
                  <a:pt x="249409" y="151127"/>
                </a:lnTo>
                <a:close/>
                <a:moveTo>
                  <a:pt x="143494" y="63522"/>
                </a:moveTo>
                <a:lnTo>
                  <a:pt x="102218" y="104797"/>
                </a:lnTo>
                <a:lnTo>
                  <a:pt x="136961" y="139543"/>
                </a:lnTo>
                <a:lnTo>
                  <a:pt x="151564" y="154146"/>
                </a:lnTo>
                <a:lnTo>
                  <a:pt x="170520" y="173099"/>
                </a:lnTo>
                <a:lnTo>
                  <a:pt x="211796" y="131822"/>
                </a:lnTo>
                <a:close/>
                <a:moveTo>
                  <a:pt x="124190" y="25908"/>
                </a:moveTo>
                <a:lnTo>
                  <a:pt x="64605" y="85493"/>
                </a:lnTo>
                <a:lnTo>
                  <a:pt x="77886" y="98774"/>
                </a:lnTo>
                <a:lnTo>
                  <a:pt x="137471" y="39189"/>
                </a:lnTo>
                <a:close/>
                <a:moveTo>
                  <a:pt x="116603" y="3142"/>
                </a:moveTo>
                <a:cubicBezTo>
                  <a:pt x="120794" y="-1048"/>
                  <a:pt x="127588" y="-1048"/>
                  <a:pt x="131779" y="3142"/>
                </a:cubicBezTo>
                <a:lnTo>
                  <a:pt x="160237" y="31599"/>
                </a:lnTo>
                <a:cubicBezTo>
                  <a:pt x="164429" y="35791"/>
                  <a:pt x="164429" y="42588"/>
                  <a:pt x="160237" y="46779"/>
                </a:cubicBezTo>
                <a:lnTo>
                  <a:pt x="158671" y="48345"/>
                </a:lnTo>
                <a:lnTo>
                  <a:pt x="226972" y="116643"/>
                </a:lnTo>
                <a:lnTo>
                  <a:pt x="228538" y="115076"/>
                </a:lnTo>
                <a:cubicBezTo>
                  <a:pt x="232729" y="110887"/>
                  <a:pt x="239523" y="110887"/>
                  <a:pt x="243714" y="115076"/>
                </a:cubicBezTo>
                <a:lnTo>
                  <a:pt x="272174" y="143538"/>
                </a:lnTo>
                <a:cubicBezTo>
                  <a:pt x="276365" y="147728"/>
                  <a:pt x="276365" y="154523"/>
                  <a:pt x="272174" y="158714"/>
                </a:cubicBezTo>
                <a:lnTo>
                  <a:pt x="197411" y="233477"/>
                </a:lnTo>
                <a:cubicBezTo>
                  <a:pt x="193219" y="237670"/>
                  <a:pt x="186422" y="237670"/>
                  <a:pt x="182231" y="233477"/>
                </a:cubicBezTo>
                <a:lnTo>
                  <a:pt x="153774" y="205020"/>
                </a:lnTo>
                <a:cubicBezTo>
                  <a:pt x="149582" y="200829"/>
                  <a:pt x="149582" y="194032"/>
                  <a:pt x="153774" y="189841"/>
                </a:cubicBezTo>
                <a:lnTo>
                  <a:pt x="155340" y="188275"/>
                </a:lnTo>
                <a:lnTo>
                  <a:pt x="143974" y="176908"/>
                </a:lnTo>
                <a:lnTo>
                  <a:pt x="47027" y="273855"/>
                </a:lnTo>
                <a:cubicBezTo>
                  <a:pt x="42836" y="278045"/>
                  <a:pt x="36042" y="278045"/>
                  <a:pt x="31851" y="273855"/>
                </a:cubicBezTo>
                <a:lnTo>
                  <a:pt x="3142" y="245146"/>
                </a:lnTo>
                <a:cubicBezTo>
                  <a:pt x="-1048" y="240955"/>
                  <a:pt x="-1048" y="234160"/>
                  <a:pt x="3142" y="229969"/>
                </a:cubicBezTo>
                <a:lnTo>
                  <a:pt x="100089" y="133023"/>
                </a:lnTo>
                <a:lnTo>
                  <a:pt x="87039" y="119977"/>
                </a:lnTo>
                <a:lnTo>
                  <a:pt x="85475" y="121543"/>
                </a:lnTo>
                <a:cubicBezTo>
                  <a:pt x="81284" y="125735"/>
                  <a:pt x="74487" y="125735"/>
                  <a:pt x="70296" y="121543"/>
                </a:cubicBezTo>
                <a:lnTo>
                  <a:pt x="41839" y="93082"/>
                </a:lnTo>
                <a:cubicBezTo>
                  <a:pt x="37649" y="88891"/>
                  <a:pt x="37649" y="82097"/>
                  <a:pt x="41839" y="77906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519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矩形 55"/>
          <p:cNvSpPr/>
          <p:nvPr>
            <p:custDataLst>
              <p:tags r:id="rId12"/>
            </p:custDataLst>
          </p:nvPr>
        </p:nvSpPr>
        <p:spPr>
          <a:xfrm>
            <a:off x="5816397" y="1766893"/>
            <a:ext cx="558467" cy="591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sz="2400" b="1" kern="0" dirty="0">
                <a:solidFill>
                  <a:schemeClr val="lt1">
                    <a:lumMod val="100000"/>
                  </a:schemeClr>
                </a:solidFill>
                <a:sym typeface="Arial" panose="020B0604020202020204" pitchFamily="34" charset="0"/>
              </a:rPr>
              <a:t>01</a:t>
            </a:r>
            <a:endParaRPr lang="en-US" sz="2400" b="1" kern="0" dirty="0">
              <a:solidFill>
                <a:schemeClr val="lt1">
                  <a:lumMod val="10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14" name="矩形 61"/>
          <p:cNvSpPr/>
          <p:nvPr>
            <p:custDataLst>
              <p:tags r:id="rId13"/>
            </p:custDataLst>
          </p:nvPr>
        </p:nvSpPr>
        <p:spPr>
          <a:xfrm>
            <a:off x="5182033" y="2491971"/>
            <a:ext cx="558467" cy="591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sz="2400" b="1" kern="0" dirty="0">
                <a:solidFill>
                  <a:schemeClr val="lt1">
                    <a:lumMod val="100000"/>
                  </a:schemeClr>
                </a:solidFill>
                <a:sym typeface="Arial" panose="020B0604020202020204" pitchFamily="34" charset="0"/>
              </a:rPr>
              <a:t>02</a:t>
            </a:r>
            <a:endParaRPr lang="en-US" sz="2400" b="1" kern="0" dirty="0">
              <a:solidFill>
                <a:schemeClr val="lt1">
                  <a:lumMod val="10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15" name="矩形 62"/>
          <p:cNvSpPr/>
          <p:nvPr>
            <p:custDataLst>
              <p:tags r:id="rId14"/>
            </p:custDataLst>
          </p:nvPr>
        </p:nvSpPr>
        <p:spPr>
          <a:xfrm>
            <a:off x="4552743" y="4105160"/>
            <a:ext cx="558467" cy="591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sz="2400" b="1" kern="0" dirty="0">
                <a:solidFill>
                  <a:schemeClr val="lt1">
                    <a:lumMod val="100000"/>
                  </a:schemeClr>
                </a:solidFill>
                <a:sym typeface="Arial" panose="020B0604020202020204" pitchFamily="34" charset="0"/>
              </a:rPr>
              <a:t>03</a:t>
            </a:r>
            <a:endParaRPr lang="en-US" sz="2400" b="1" kern="0" dirty="0">
              <a:solidFill>
                <a:schemeClr val="lt1">
                  <a:lumMod val="10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16" name="矩形 63"/>
          <p:cNvSpPr/>
          <p:nvPr>
            <p:custDataLst>
              <p:tags r:id="rId15"/>
            </p:custDataLst>
          </p:nvPr>
        </p:nvSpPr>
        <p:spPr>
          <a:xfrm>
            <a:off x="6452030" y="3024837"/>
            <a:ext cx="558467" cy="591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sz="2400" b="1" kern="0" dirty="0">
                <a:solidFill>
                  <a:schemeClr val="lt1">
                    <a:lumMod val="100000"/>
                  </a:schemeClr>
                </a:solidFill>
                <a:sym typeface="Arial" panose="020B0604020202020204" pitchFamily="34" charset="0"/>
              </a:rPr>
              <a:t>04</a:t>
            </a:r>
            <a:endParaRPr lang="en-US" sz="2400" b="1" kern="0" dirty="0">
              <a:solidFill>
                <a:schemeClr val="lt1">
                  <a:lumMod val="10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17" name="矩形 64"/>
          <p:cNvSpPr/>
          <p:nvPr>
            <p:custDataLst>
              <p:tags r:id="rId16"/>
            </p:custDataLst>
          </p:nvPr>
        </p:nvSpPr>
        <p:spPr>
          <a:xfrm>
            <a:off x="7078782" y="3621774"/>
            <a:ext cx="558467" cy="591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sz="2400" b="1" kern="0" dirty="0">
                <a:solidFill>
                  <a:schemeClr val="lt1">
                    <a:lumMod val="100000"/>
                  </a:schemeClr>
                </a:solidFill>
                <a:sym typeface="Arial" panose="020B0604020202020204" pitchFamily="34" charset="0"/>
              </a:rPr>
              <a:t>05</a:t>
            </a:r>
            <a:endParaRPr lang="en-US" sz="2400" b="1" kern="0" dirty="0">
              <a:solidFill>
                <a:schemeClr val="lt1">
                  <a:lumMod val="10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18" name="矩形 4"/>
          <p:cNvSpPr/>
          <p:nvPr>
            <p:custDataLst>
              <p:tags r:id="rId17"/>
            </p:custDataLst>
          </p:nvPr>
        </p:nvSpPr>
        <p:spPr>
          <a:xfrm>
            <a:off x="1067545" y="3118723"/>
            <a:ext cx="2766779" cy="10877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</a:pPr>
            <a:r>
              <a:rPr 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 Saturation Degree sat(v): Number of distinct colors assigned to conflict neighbors in C.</a:t>
            </a:r>
            <a:endParaRPr lang="en-US" sz="1200" kern="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9" name="矩形 65"/>
          <p:cNvSpPr/>
          <p:nvPr>
            <p:custDataLst>
              <p:tags r:id="rId18"/>
            </p:custDataLst>
          </p:nvPr>
        </p:nvSpPr>
        <p:spPr>
          <a:xfrm>
            <a:off x="1067545" y="4631682"/>
            <a:ext cx="2766779" cy="10877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</a:pPr>
            <a:r>
              <a:rPr 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 Dynamic Node Selection: Select uncolored node with highest sat(v) (tie-breaker: degree in C).</a:t>
            </a:r>
            <a:endParaRPr lang="en-US" sz="1200" kern="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0" name="矩形 69"/>
          <p:cNvSpPr/>
          <p:nvPr>
            <p:custDataLst>
              <p:tags r:id="rId19"/>
            </p:custDataLst>
          </p:nvPr>
        </p:nvSpPr>
        <p:spPr>
          <a:xfrm>
            <a:off x="1067545" y="1606399"/>
            <a:ext cx="2766779" cy="10877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</a:pPr>
            <a:r>
              <a:rPr 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Degree of Saturation (Brélaz 1979)</a:t>
            </a:r>
            <a:endParaRPr 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21" name="矩形 75"/>
          <p:cNvSpPr/>
          <p:nvPr>
            <p:custDataLst>
              <p:tags r:id="rId20"/>
            </p:custDataLst>
          </p:nvPr>
        </p:nvSpPr>
        <p:spPr>
          <a:xfrm>
            <a:off x="8356392" y="3874886"/>
            <a:ext cx="2766779" cy="10877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</a:pPr>
            <a:r>
              <a:rPr 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Dynamic Updates: Saturation values updated dynamically after every node assignment.</a:t>
            </a:r>
            <a:endParaRPr 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22" name="矩形 76"/>
          <p:cNvSpPr/>
          <p:nvPr>
            <p:custDataLst>
              <p:tags r:id="rId21"/>
            </p:custDataLst>
          </p:nvPr>
        </p:nvSpPr>
        <p:spPr>
          <a:xfrm>
            <a:off x="8356392" y="2362561"/>
            <a:ext cx="2766779" cy="10877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</a:pPr>
            <a:r>
              <a:rPr 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 First-Fit Slot Assignment: Assign lowest-indexed slot s &gt;= 0 not used by conflict neighbors.</a:t>
            </a:r>
            <a:endParaRPr lang="en-US" sz="1200" kern="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cxnSp>
        <p:nvCxnSpPr>
          <p:cNvPr id="23" name="直接连接符 78"/>
          <p:cNvCxnSpPr/>
          <p:nvPr>
            <p:custDataLst>
              <p:tags r:id="rId22"/>
            </p:custDataLst>
          </p:nvPr>
        </p:nvCxnSpPr>
        <p:spPr>
          <a:xfrm>
            <a:off x="3956441" y="2150049"/>
            <a:ext cx="1783839" cy="0"/>
          </a:xfrm>
          <a:prstGeom prst="line">
            <a:avLst/>
          </a:prstGeom>
          <a:ln>
            <a:gradFill>
              <a:gsLst>
                <a:gs pos="100000">
                  <a:schemeClr val="accent1">
                    <a:alpha val="100000"/>
                  </a:schemeClr>
                </a:gs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</a:gsLst>
              <a:lin ang="10800000" scaled="0"/>
            </a:gradFill>
            <a:headEnd type="triangl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81"/>
          <p:cNvCxnSpPr/>
          <p:nvPr>
            <p:custDataLst>
              <p:tags r:id="rId23"/>
            </p:custDataLst>
          </p:nvPr>
        </p:nvCxnSpPr>
        <p:spPr>
          <a:xfrm>
            <a:off x="3956441" y="3663008"/>
            <a:ext cx="1154689" cy="0"/>
          </a:xfrm>
          <a:prstGeom prst="line">
            <a:avLst/>
          </a:prstGeom>
          <a:ln>
            <a:gradFill>
              <a:gsLst>
                <a:gs pos="100000">
                  <a:schemeClr val="accent2">
                    <a:alpha val="100000"/>
                  </a:schemeClr>
                </a:gs>
                <a:gs pos="0">
                  <a:schemeClr val="accent2">
                    <a:lumMod val="60000"/>
                    <a:lumOff val="40000"/>
                    <a:alpha val="100000"/>
                  </a:schemeClr>
                </a:gs>
              </a:gsLst>
              <a:lin ang="10800000" scaled="0"/>
            </a:gradFill>
            <a:headEnd type="triangl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83"/>
          <p:cNvCxnSpPr/>
          <p:nvPr>
            <p:custDataLst>
              <p:tags r:id="rId24"/>
            </p:custDataLst>
          </p:nvPr>
        </p:nvCxnSpPr>
        <p:spPr>
          <a:xfrm>
            <a:off x="3956441" y="5175332"/>
            <a:ext cx="511708" cy="0"/>
          </a:xfrm>
          <a:prstGeom prst="line">
            <a:avLst/>
          </a:prstGeom>
          <a:ln>
            <a:gradFill>
              <a:gsLst>
                <a:gs pos="100000">
                  <a:schemeClr val="accent3">
                    <a:alpha val="100000"/>
                  </a:schemeClr>
                </a:gs>
                <a:gs pos="0">
                  <a:schemeClr val="accent3">
                    <a:lumMod val="60000"/>
                    <a:lumOff val="40000"/>
                    <a:alpha val="100000"/>
                  </a:schemeClr>
                </a:gs>
              </a:gsLst>
              <a:lin ang="10800000" scaled="0"/>
            </a:gradFill>
            <a:headEnd type="triangl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92"/>
          <p:cNvCxnSpPr/>
          <p:nvPr>
            <p:custDataLst>
              <p:tags r:id="rId25"/>
            </p:custDataLst>
          </p:nvPr>
        </p:nvCxnSpPr>
        <p:spPr>
          <a:xfrm flipH="1">
            <a:off x="6843433" y="2906211"/>
            <a:ext cx="1395426" cy="0"/>
          </a:xfrm>
          <a:prstGeom prst="line">
            <a:avLst/>
          </a:prstGeom>
          <a:ln cap="rnd" cmpd="sng">
            <a:gradFill>
              <a:gsLst>
                <a:gs pos="100000">
                  <a:schemeClr val="accent4">
                    <a:alpha val="100000"/>
                  </a:schemeClr>
                </a:gs>
                <a:gs pos="0">
                  <a:schemeClr val="accent4">
                    <a:lumMod val="60000"/>
                    <a:lumOff val="40000"/>
                    <a:alpha val="100000"/>
                  </a:schemeClr>
                </a:gs>
              </a:gsLst>
              <a:lin ang="10800000" scaled="0"/>
            </a:gradFill>
            <a:round/>
            <a:headEnd type="triangl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99"/>
          <p:cNvCxnSpPr/>
          <p:nvPr>
            <p:custDataLst>
              <p:tags r:id="rId26"/>
            </p:custDataLst>
          </p:nvPr>
        </p:nvCxnSpPr>
        <p:spPr>
          <a:xfrm flipH="1">
            <a:off x="7715049" y="4419170"/>
            <a:ext cx="523693" cy="0"/>
          </a:xfrm>
          <a:prstGeom prst="line">
            <a:avLst/>
          </a:prstGeom>
          <a:ln>
            <a:gradFill>
              <a:gsLst>
                <a:gs pos="100000">
                  <a:schemeClr val="accent5">
                    <a:alpha val="100000"/>
                  </a:schemeClr>
                </a:gs>
                <a:gs pos="0">
                  <a:schemeClr val="accent5">
                    <a:lumMod val="60000"/>
                    <a:lumOff val="40000"/>
                    <a:alpha val="100000"/>
                  </a:schemeClr>
                </a:gs>
              </a:gsLst>
              <a:lin ang="10800000" scaled="0"/>
            </a:gradFill>
            <a:headEnd type="triangle" w="lg" len="med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dirty="0"/>
              <a:t>Local Optimization &amp; Spatial Reuse</a:t>
            </a:r>
            <a:endParaRPr dirty="0"/>
          </a:p>
        </p:txBody>
      </p:sp>
      <p:sp>
        <p:nvSpPr>
          <p:cNvPr id="3" name="矩形: 圆角 4"/>
          <p:cNvSpPr/>
          <p:nvPr>
            <p:custDataLst>
              <p:tags r:id="rId2"/>
            </p:custDataLst>
          </p:nvPr>
        </p:nvSpPr>
        <p:spPr>
          <a:xfrm>
            <a:off x="701268" y="1851717"/>
            <a:ext cx="2014025" cy="4473990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lIns="237490" tIns="555897" rIns="237490" bIns="258626" rtlCol="0" anchor="t">
            <a:normAutofit lnSpcReduction="1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Schedule Frame Compaction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4" name="任意多边形: 形状 11"/>
          <p:cNvSpPr/>
          <p:nvPr>
            <p:custDataLst>
              <p:tags r:id="rId3"/>
            </p:custDataLst>
          </p:nvPr>
        </p:nvSpPr>
        <p:spPr>
          <a:xfrm>
            <a:off x="701268" y="6202011"/>
            <a:ext cx="2014025" cy="124330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1">
                <a:alpha val="30000"/>
              </a:schemeClr>
            </a:outerShdw>
          </a:effectLst>
        </p:spPr>
        <p:txBody>
          <a:bodyPr lIns="0" tIns="0" rIns="0" bIns="0" rtlCol="0" anchor="ctr">
            <a:normAutofit fontScale="52500" lnSpcReduction="20000"/>
          </a:bodyPr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5" name="矩形: 圆角 49"/>
          <p:cNvSpPr/>
          <p:nvPr>
            <p:custDataLst>
              <p:tags r:id="rId4"/>
            </p:custDataLst>
          </p:nvPr>
        </p:nvSpPr>
        <p:spPr>
          <a:xfrm>
            <a:off x="1258852" y="1404509"/>
            <a:ext cx="899062" cy="899062"/>
          </a:xfrm>
          <a:prstGeom prst="roundRect">
            <a:avLst>
              <a:gd name="adj" fmla="val 13544"/>
            </a:avLst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1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4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01</a:t>
            </a:r>
            <a:endParaRPr kumimoji="1" lang="en-US" sz="2400" b="1" i="0" u="none" strike="noStrike" kern="0" cap="none" normalizeH="0" baseline="0" noProof="0" dirty="0">
              <a:ln>
                <a:noFill/>
              </a:ln>
              <a:solidFill>
                <a:schemeClr val="lt1">
                  <a:lumMod val="100000"/>
                </a:schemeClr>
              </a:solidFill>
              <a:effectLst/>
              <a:uLnTx/>
              <a:uFillTx/>
              <a:sym typeface="+mn-lt"/>
            </a:endParaRPr>
          </a:p>
        </p:txBody>
      </p:sp>
      <p:sp>
        <p:nvSpPr>
          <p:cNvPr id="27" name="矩形: 圆角 4"/>
          <p:cNvSpPr/>
          <p:nvPr>
            <p:custDataLst>
              <p:tags r:id="rId5"/>
            </p:custDataLst>
          </p:nvPr>
        </p:nvSpPr>
        <p:spPr>
          <a:xfrm>
            <a:off x="2893542" y="1851717"/>
            <a:ext cx="2014025" cy="4473990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wrap="square" lIns="237490" tIns="555897" rIns="237490" bIns="258626" rtlCol="0" anchor="t">
            <a:normAutofit lnSpcReduction="1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Spatial Reuse: Spatially separated nodes (dist_G &gt; 2) share the same TDMA slot.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2" name="任意多边形: 形状 11"/>
          <p:cNvSpPr/>
          <p:nvPr>
            <p:custDataLst>
              <p:tags r:id="rId6"/>
            </p:custDataLst>
          </p:nvPr>
        </p:nvSpPr>
        <p:spPr>
          <a:xfrm>
            <a:off x="2893542" y="6202011"/>
            <a:ext cx="2014025" cy="124330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2">
                <a:alpha val="30000"/>
              </a:schemeClr>
            </a:outerShdw>
          </a:effectLst>
        </p:spPr>
        <p:txBody>
          <a:bodyPr lIns="0" tIns="0" rIns="0" bIns="0" rtlCol="0" anchor="ctr">
            <a:normAutofit fontScale="52500" lnSpcReduction="20000"/>
          </a:bodyPr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33" name="矩形: 圆角 49"/>
          <p:cNvSpPr/>
          <p:nvPr>
            <p:custDataLst>
              <p:tags r:id="rId7"/>
            </p:custDataLst>
          </p:nvPr>
        </p:nvSpPr>
        <p:spPr>
          <a:xfrm>
            <a:off x="3451126" y="1404509"/>
            <a:ext cx="899062" cy="899062"/>
          </a:xfrm>
          <a:prstGeom prst="roundRect">
            <a:avLst>
              <a:gd name="adj" fmla="val 13544"/>
            </a:avLst>
          </a:prstGeom>
          <a:solidFill>
            <a:schemeClr val="accent2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2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4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02</a:t>
            </a:r>
            <a:endParaRPr kumimoji="1" lang="en-US" sz="2400" b="1" i="0" u="none" strike="noStrike" kern="0" cap="none" normalizeH="0" baseline="0" noProof="0" dirty="0">
              <a:ln>
                <a:noFill/>
              </a:ln>
              <a:solidFill>
                <a:schemeClr val="lt1">
                  <a:lumMod val="100000"/>
                </a:schemeClr>
              </a:solidFill>
              <a:effectLst/>
              <a:uLnTx/>
              <a:uFillTx/>
              <a:sym typeface="+mn-lt"/>
            </a:endParaRPr>
          </a:p>
        </p:txBody>
      </p:sp>
      <p:sp>
        <p:nvSpPr>
          <p:cNvPr id="35" name="矩形: 圆角 4"/>
          <p:cNvSpPr/>
          <p:nvPr>
            <p:custDataLst>
              <p:tags r:id="rId8"/>
            </p:custDataLst>
          </p:nvPr>
        </p:nvSpPr>
        <p:spPr>
          <a:xfrm>
            <a:off x="5085816" y="1851717"/>
            <a:ext cx="2014025" cy="4473990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237490" tIns="555897" rIns="237490" bIns="258626" rtlCol="0" anchor="t">
            <a:normAutofit lnSpcReduction="1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Greedy Local Search Pass: Iterates nodes deterministically, shifting to lower slots if feasible.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7" name="任意多边形: 形状 11"/>
          <p:cNvSpPr/>
          <p:nvPr>
            <p:custDataLst>
              <p:tags r:id="rId9"/>
            </p:custDataLst>
          </p:nvPr>
        </p:nvSpPr>
        <p:spPr>
          <a:xfrm>
            <a:off x="5085816" y="6202011"/>
            <a:ext cx="2014025" cy="124330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3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3">
                <a:alpha val="30000"/>
              </a:schemeClr>
            </a:outerShdw>
          </a:effectLst>
        </p:spPr>
        <p:txBody>
          <a:bodyPr lIns="0" tIns="0" rIns="0" bIns="0" rtlCol="0" anchor="ctr">
            <a:normAutofit fontScale="52500" lnSpcReduction="20000"/>
          </a:bodyPr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38" name="矩形: 圆角 49"/>
          <p:cNvSpPr/>
          <p:nvPr>
            <p:custDataLst>
              <p:tags r:id="rId10"/>
            </p:custDataLst>
          </p:nvPr>
        </p:nvSpPr>
        <p:spPr>
          <a:xfrm>
            <a:off x="5643400" y="1404509"/>
            <a:ext cx="899062" cy="899062"/>
          </a:xfrm>
          <a:prstGeom prst="roundRect">
            <a:avLst>
              <a:gd name="adj" fmla="val 13544"/>
            </a:avLst>
          </a:prstGeom>
          <a:solidFill>
            <a:schemeClr val="accent3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3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4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03</a:t>
            </a:r>
            <a:endParaRPr kumimoji="1" lang="en-US" sz="2400" b="1" i="0" u="none" strike="noStrike" kern="0" cap="none" normalizeH="0" baseline="0" noProof="0" dirty="0">
              <a:ln>
                <a:noFill/>
              </a:ln>
              <a:solidFill>
                <a:schemeClr val="lt1">
                  <a:lumMod val="100000"/>
                </a:schemeClr>
              </a:solidFill>
              <a:effectLst/>
              <a:uLnTx/>
              <a:uFillTx/>
              <a:sym typeface="+mn-lt"/>
            </a:endParaRPr>
          </a:p>
        </p:txBody>
      </p:sp>
      <p:sp>
        <p:nvSpPr>
          <p:cNvPr id="40" name="矩形: 圆角 4"/>
          <p:cNvSpPr/>
          <p:nvPr>
            <p:custDataLst>
              <p:tags r:id="rId11"/>
            </p:custDataLst>
          </p:nvPr>
        </p:nvSpPr>
        <p:spPr>
          <a:xfrm>
            <a:off x="7278090" y="1851717"/>
            <a:ext cx="2014025" cy="4473990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wrap="square" lIns="237490" tIns="555897" rIns="237490" bIns="258626" rtlCol="0" anchor="t">
            <a:normAutofit lnSpcReduction="1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9-slot conflict-free heuristic schedule: Compacted 16-node grid frame into 9 slots.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42" name="任意多边形: 形状 11"/>
          <p:cNvSpPr/>
          <p:nvPr>
            <p:custDataLst>
              <p:tags r:id="rId12"/>
            </p:custDataLst>
          </p:nvPr>
        </p:nvSpPr>
        <p:spPr>
          <a:xfrm>
            <a:off x="7278090" y="6202011"/>
            <a:ext cx="2014025" cy="124330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4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4">
                <a:alpha val="30000"/>
              </a:schemeClr>
            </a:outerShdw>
          </a:effectLst>
        </p:spPr>
        <p:txBody>
          <a:bodyPr lIns="0" tIns="0" rIns="0" bIns="0" rtlCol="0" anchor="ctr">
            <a:normAutofit fontScale="52500" lnSpcReduction="20000"/>
          </a:bodyPr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43" name="矩形: 圆角 49"/>
          <p:cNvSpPr/>
          <p:nvPr>
            <p:custDataLst>
              <p:tags r:id="rId13"/>
            </p:custDataLst>
          </p:nvPr>
        </p:nvSpPr>
        <p:spPr>
          <a:xfrm>
            <a:off x="7835674" y="1404509"/>
            <a:ext cx="899062" cy="899062"/>
          </a:xfrm>
          <a:prstGeom prst="roundRect">
            <a:avLst>
              <a:gd name="adj" fmla="val 13544"/>
            </a:avLst>
          </a:prstGeom>
          <a:solidFill>
            <a:schemeClr val="accent4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4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4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04</a:t>
            </a:r>
            <a:endParaRPr kumimoji="1" lang="en-US" sz="2400" b="1" i="0" u="none" strike="noStrike" kern="0" cap="none" normalizeH="0" baseline="0" noProof="0" dirty="0">
              <a:ln>
                <a:noFill/>
              </a:ln>
              <a:solidFill>
                <a:schemeClr val="lt1">
                  <a:lumMod val="100000"/>
                </a:schemeClr>
              </a:solidFill>
              <a:effectLst/>
              <a:uLnTx/>
              <a:uFillTx/>
              <a:sym typeface="+mn-lt"/>
            </a:endParaRPr>
          </a:p>
        </p:txBody>
      </p:sp>
      <p:sp>
        <p:nvSpPr>
          <p:cNvPr id="45" name="矩形: 圆角 4"/>
          <p:cNvSpPr/>
          <p:nvPr>
            <p:custDataLst>
              <p:tags r:id="rId14"/>
            </p:custDataLst>
          </p:nvPr>
        </p:nvSpPr>
        <p:spPr>
          <a:xfrm>
            <a:off x="9470364" y="1851717"/>
            <a:ext cx="2014025" cy="4473990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5"/>
            </a:solidFill>
            <a:prstDash val="solid"/>
            <a:miter lim="800000"/>
          </a:ln>
          <a:effectLst/>
        </p:spPr>
        <p:txBody>
          <a:bodyPr wrap="square" lIns="237490" tIns="555897" rIns="237490" bIns="258626" rtlCol="0" anchor="t">
            <a:normAutofit lnSpcReduction="1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Contiguous Normalization: Ensures slot indices range continuously from 0 to Frame_Length - 1.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47" name="任意多边形: 形状 11"/>
          <p:cNvSpPr/>
          <p:nvPr>
            <p:custDataLst>
              <p:tags r:id="rId15"/>
            </p:custDataLst>
          </p:nvPr>
        </p:nvSpPr>
        <p:spPr>
          <a:xfrm>
            <a:off x="9470364" y="6202011"/>
            <a:ext cx="2014025" cy="124330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5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5">
                <a:alpha val="30000"/>
              </a:schemeClr>
            </a:outerShdw>
          </a:effectLst>
        </p:spPr>
        <p:txBody>
          <a:bodyPr lIns="0" tIns="0" rIns="0" bIns="0" rtlCol="0" anchor="ctr">
            <a:normAutofit fontScale="52500" lnSpcReduction="20000"/>
          </a:bodyPr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48" name="矩形: 圆角 49"/>
          <p:cNvSpPr/>
          <p:nvPr>
            <p:custDataLst>
              <p:tags r:id="rId16"/>
            </p:custDataLst>
          </p:nvPr>
        </p:nvSpPr>
        <p:spPr>
          <a:xfrm>
            <a:off x="10027948" y="1404509"/>
            <a:ext cx="899062" cy="899062"/>
          </a:xfrm>
          <a:prstGeom prst="roundRect">
            <a:avLst>
              <a:gd name="adj" fmla="val 13544"/>
            </a:avLst>
          </a:prstGeom>
          <a:solidFill>
            <a:schemeClr val="accent5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5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4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05</a:t>
            </a:r>
            <a:endParaRPr kumimoji="1" lang="en-US" sz="2400" b="1" i="0" u="none" strike="noStrike" kern="0" cap="none" normalizeH="0" baseline="0" noProof="0" dirty="0">
              <a:ln>
                <a:noFill/>
              </a:ln>
              <a:solidFill>
                <a:schemeClr val="lt1">
                  <a:lumMod val="100000"/>
                </a:schemeClr>
              </a:solidFill>
              <a:effectLst/>
              <a:uLnTx/>
              <a:uFillTx/>
              <a:sym typeface="+mn-lt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6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z="3600" spc="0" dirty="0">
                <a:latin typeface="+mj-lt"/>
              </a:rPr>
              <a:t>Part 1 Experimental Results (16-Node Grid)</a:t>
            </a:r>
            <a:endParaRPr lang="en-US" sz="3600" spc="0" dirty="0">
              <a:latin typeface="+mj-lt"/>
            </a:endParaRPr>
          </a:p>
        </p:txBody>
      </p:sp>
      <p:sp>
        <p:nvSpPr>
          <p:cNvPr id="2" name="矩形 37"/>
          <p:cNvSpPr/>
          <p:nvPr>
            <p:custDataLst>
              <p:tags r:id="rId2"/>
            </p:custDataLst>
          </p:nvPr>
        </p:nvSpPr>
        <p:spPr>
          <a:xfrm>
            <a:off x="763314" y="2288771"/>
            <a:ext cx="2817577" cy="385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r"/>
            <a:r>
              <a:rPr lang="en-US" sz="2400" b="1" kern="0" dirty="0">
                <a:solidFill>
                  <a:schemeClr val="tx1"/>
                </a:solidFill>
                <a:sym typeface="Arial" panose="020B0604020202020204" pitchFamily="34" charset="0"/>
              </a:rPr>
              <a:t>Step 01</a:t>
            </a:r>
            <a:endParaRPr lang="en-US" sz="2400" b="1" kern="0" dirty="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1" name="矩形 40"/>
          <p:cNvSpPr/>
          <p:nvPr>
            <p:custDataLst>
              <p:tags r:id="rId3"/>
            </p:custDataLst>
          </p:nvPr>
        </p:nvSpPr>
        <p:spPr>
          <a:xfrm>
            <a:off x="763314" y="3975429"/>
            <a:ext cx="2817577" cy="385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r"/>
            <a:r>
              <a:rPr lang="en-US" sz="2400" b="1" kern="0" dirty="0">
                <a:solidFill>
                  <a:schemeClr val="tx1"/>
                </a:solidFill>
                <a:sym typeface="Arial" panose="020B0604020202020204" pitchFamily="34" charset="0"/>
              </a:rPr>
              <a:t>Step 03</a:t>
            </a:r>
            <a:endParaRPr lang="en-US" sz="2400" b="1" kern="0" dirty="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>
            <p:custDataLst>
              <p:tags r:id="rId4"/>
            </p:custDataLst>
          </p:nvPr>
        </p:nvSpPr>
        <p:spPr>
          <a:xfrm rot="21180000">
            <a:off x="4669158" y="2742268"/>
            <a:ext cx="1290157" cy="312408"/>
          </a:xfrm>
          <a:custGeom>
            <a:avLst/>
            <a:gdLst>
              <a:gd name="connsiteX0" fmla="*/ 1103523 w 1116211"/>
              <a:gd name="connsiteY0" fmla="*/ 0 h 270287"/>
              <a:gd name="connsiteX1" fmla="*/ 1116211 w 1116211"/>
              <a:gd name="connsiteY1" fmla="*/ 12688 h 270287"/>
              <a:gd name="connsiteX2" fmla="*/ 1116211 w 1116211"/>
              <a:gd name="connsiteY2" fmla="*/ 257599 h 270287"/>
              <a:gd name="connsiteX3" fmla="*/ 1103523 w 1116211"/>
              <a:gd name="connsiteY3" fmla="*/ 270287 h 270287"/>
              <a:gd name="connsiteX4" fmla="*/ 1052773 w 1116211"/>
              <a:gd name="connsiteY4" fmla="*/ 270287 h 270287"/>
              <a:gd name="connsiteX5" fmla="*/ 1040085 w 1116211"/>
              <a:gd name="connsiteY5" fmla="*/ 257599 h 270287"/>
              <a:gd name="connsiteX6" fmla="*/ 1040085 w 1116211"/>
              <a:gd name="connsiteY6" fmla="*/ 236725 h 270287"/>
              <a:gd name="connsiteX7" fmla="*/ 416447 w 1116211"/>
              <a:gd name="connsiteY7" fmla="*/ 236725 h 270287"/>
              <a:gd name="connsiteX8" fmla="*/ 416447 w 1116211"/>
              <a:gd name="connsiteY8" fmla="*/ 235120 h 270287"/>
              <a:gd name="connsiteX9" fmla="*/ 100170 w 1116211"/>
              <a:gd name="connsiteY9" fmla="*/ 236220 h 270287"/>
              <a:gd name="connsiteX10" fmla="*/ 7980 w 1116211"/>
              <a:gd name="connsiteY10" fmla="*/ 175572 h 270287"/>
              <a:gd name="connsiteX11" fmla="*/ 0 w 1116211"/>
              <a:gd name="connsiteY11" fmla="*/ 136744 h 270287"/>
              <a:gd name="connsiteX12" fmla="*/ 7709 w 1116211"/>
              <a:gd name="connsiteY12" fmla="*/ 97862 h 270287"/>
              <a:gd name="connsiteX13" fmla="*/ 99475 w 1116211"/>
              <a:gd name="connsiteY13" fmla="*/ 36574 h 270287"/>
              <a:gd name="connsiteX14" fmla="*/ 416447 w 1116211"/>
              <a:gd name="connsiteY14" fmla="*/ 35471 h 270287"/>
              <a:gd name="connsiteX15" fmla="*/ 416449 w 1116211"/>
              <a:gd name="connsiteY15" fmla="*/ 35125 h 270287"/>
              <a:gd name="connsiteX16" fmla="*/ 515761 w 1116211"/>
              <a:gd name="connsiteY16" fmla="*/ 35125 h 270287"/>
              <a:gd name="connsiteX17" fmla="*/ 781997 w 1116211"/>
              <a:gd name="connsiteY17" fmla="*/ 34199 h 270287"/>
              <a:gd name="connsiteX18" fmla="*/ 786671 w 1116211"/>
              <a:gd name="connsiteY18" fmla="*/ 35125 h 270287"/>
              <a:gd name="connsiteX19" fmla="*/ 1040085 w 1116211"/>
              <a:gd name="connsiteY19" fmla="*/ 35125 h 270287"/>
              <a:gd name="connsiteX20" fmla="*/ 1040085 w 1116211"/>
              <a:gd name="connsiteY20" fmla="*/ 12688 h 270287"/>
              <a:gd name="connsiteX21" fmla="*/ 1052773 w 1116211"/>
              <a:gd name="connsiteY21" fmla="*/ 0 h 270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16211" h="270287">
                <a:moveTo>
                  <a:pt x="1103523" y="0"/>
                </a:moveTo>
                <a:cubicBezTo>
                  <a:pt x="1110530" y="0"/>
                  <a:pt x="1116211" y="5681"/>
                  <a:pt x="1116211" y="12688"/>
                </a:cubicBezTo>
                <a:lnTo>
                  <a:pt x="1116211" y="257599"/>
                </a:lnTo>
                <a:cubicBezTo>
                  <a:pt x="1116211" y="264606"/>
                  <a:pt x="1110530" y="270287"/>
                  <a:pt x="1103523" y="270287"/>
                </a:cubicBezTo>
                <a:lnTo>
                  <a:pt x="1052773" y="270287"/>
                </a:lnTo>
                <a:cubicBezTo>
                  <a:pt x="1045766" y="270287"/>
                  <a:pt x="1040085" y="264606"/>
                  <a:pt x="1040085" y="257599"/>
                </a:cubicBezTo>
                <a:lnTo>
                  <a:pt x="1040085" y="236725"/>
                </a:lnTo>
                <a:lnTo>
                  <a:pt x="416447" y="236725"/>
                </a:lnTo>
                <a:lnTo>
                  <a:pt x="416447" y="235120"/>
                </a:lnTo>
                <a:lnTo>
                  <a:pt x="100170" y="236220"/>
                </a:lnTo>
                <a:cubicBezTo>
                  <a:pt x="58822" y="236364"/>
                  <a:pt x="23258" y="211348"/>
                  <a:pt x="7980" y="175572"/>
                </a:cubicBezTo>
                <a:lnTo>
                  <a:pt x="0" y="136744"/>
                </a:lnTo>
                <a:lnTo>
                  <a:pt x="7709" y="97862"/>
                </a:lnTo>
                <a:cubicBezTo>
                  <a:pt x="22738" y="61981"/>
                  <a:pt x="58127" y="36718"/>
                  <a:pt x="99475" y="36574"/>
                </a:cubicBezTo>
                <a:lnTo>
                  <a:pt x="416447" y="35471"/>
                </a:lnTo>
                <a:lnTo>
                  <a:pt x="416449" y="35125"/>
                </a:lnTo>
                <a:lnTo>
                  <a:pt x="515761" y="35125"/>
                </a:lnTo>
                <a:lnTo>
                  <a:pt x="781997" y="34199"/>
                </a:lnTo>
                <a:lnTo>
                  <a:pt x="786671" y="35125"/>
                </a:lnTo>
                <a:lnTo>
                  <a:pt x="1040085" y="35125"/>
                </a:lnTo>
                <a:lnTo>
                  <a:pt x="1040085" y="12688"/>
                </a:lnTo>
                <a:cubicBezTo>
                  <a:pt x="1040085" y="5681"/>
                  <a:pt x="1045766" y="0"/>
                  <a:pt x="1052773" y="0"/>
                </a:cubicBezTo>
                <a:close/>
              </a:path>
            </a:pathLst>
          </a:cu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34"/>
          <p:cNvSpPr/>
          <p:nvPr>
            <p:custDataLst>
              <p:tags r:id="rId5"/>
            </p:custDataLst>
          </p:nvPr>
        </p:nvSpPr>
        <p:spPr>
          <a:xfrm>
            <a:off x="5391116" y="4558765"/>
            <a:ext cx="1354149" cy="877077"/>
          </a:xfrm>
          <a:custGeom>
            <a:avLst/>
            <a:gdLst>
              <a:gd name="connsiteX0" fmla="*/ 28968 w 1171576"/>
              <a:gd name="connsiteY0" fmla="*/ 0 h 758825"/>
              <a:gd name="connsiteX1" fmla="*/ 1142608 w 1171576"/>
              <a:gd name="connsiteY1" fmla="*/ 0 h 758825"/>
              <a:gd name="connsiteX2" fmla="*/ 1159675 w 1171576"/>
              <a:gd name="connsiteY2" fmla="*/ 54980 h 758825"/>
              <a:gd name="connsiteX3" fmla="*/ 1171576 w 1171576"/>
              <a:gd name="connsiteY3" fmla="*/ 173037 h 758825"/>
              <a:gd name="connsiteX4" fmla="*/ 585788 w 1171576"/>
              <a:gd name="connsiteY4" fmla="*/ 758825 h 758825"/>
              <a:gd name="connsiteX5" fmla="*/ 0 w 1171576"/>
              <a:gd name="connsiteY5" fmla="*/ 173037 h 758825"/>
              <a:gd name="connsiteX6" fmla="*/ 11901 w 1171576"/>
              <a:gd name="connsiteY6" fmla="*/ 54980 h 75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1576" h="758825">
                <a:moveTo>
                  <a:pt x="28968" y="0"/>
                </a:moveTo>
                <a:lnTo>
                  <a:pt x="1142608" y="0"/>
                </a:lnTo>
                <a:lnTo>
                  <a:pt x="1159675" y="54980"/>
                </a:lnTo>
                <a:cubicBezTo>
                  <a:pt x="1167478" y="93114"/>
                  <a:pt x="1171576" y="132597"/>
                  <a:pt x="1171576" y="173037"/>
                </a:cubicBezTo>
                <a:cubicBezTo>
                  <a:pt x="1171576" y="496559"/>
                  <a:pt x="909310" y="758825"/>
                  <a:pt x="585788" y="758825"/>
                </a:cubicBezTo>
                <a:cubicBezTo>
                  <a:pt x="262266" y="758825"/>
                  <a:pt x="0" y="496559"/>
                  <a:pt x="0" y="173037"/>
                </a:cubicBezTo>
                <a:cubicBezTo>
                  <a:pt x="0" y="132597"/>
                  <a:pt x="4098" y="93114"/>
                  <a:pt x="11901" y="549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椭圆 4"/>
          <p:cNvSpPr/>
          <p:nvPr>
            <p:custDataLst>
              <p:tags r:id="rId6"/>
            </p:custDataLst>
          </p:nvPr>
        </p:nvSpPr>
        <p:spPr>
          <a:xfrm>
            <a:off x="5391116" y="4081433"/>
            <a:ext cx="1354148" cy="1354148"/>
          </a:xfrm>
          <a:prstGeom prst="ellipse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椭圆 10"/>
          <p:cNvSpPr/>
          <p:nvPr>
            <p:custDataLst>
              <p:tags r:id="rId7"/>
            </p:custDataLst>
          </p:nvPr>
        </p:nvSpPr>
        <p:spPr>
          <a:xfrm>
            <a:off x="5828931" y="3351949"/>
            <a:ext cx="167892" cy="16789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椭圆 49"/>
          <p:cNvSpPr/>
          <p:nvPr>
            <p:custDataLst>
              <p:tags r:id="rId8"/>
            </p:custDataLst>
          </p:nvPr>
        </p:nvSpPr>
        <p:spPr>
          <a:xfrm>
            <a:off x="6009578" y="3256608"/>
            <a:ext cx="262848" cy="262848"/>
          </a:xfrm>
          <a:prstGeom prst="ellipse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1" name="椭圆 50"/>
          <p:cNvSpPr/>
          <p:nvPr>
            <p:custDataLst>
              <p:tags r:id="rId9"/>
            </p:custDataLst>
          </p:nvPr>
        </p:nvSpPr>
        <p:spPr>
          <a:xfrm>
            <a:off x="6140671" y="3112969"/>
            <a:ext cx="131425" cy="131425"/>
          </a:xfrm>
          <a:prstGeom prst="ellipse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2" name="椭圆 51"/>
          <p:cNvSpPr/>
          <p:nvPr>
            <p:custDataLst>
              <p:tags r:id="rId10"/>
            </p:custDataLst>
          </p:nvPr>
        </p:nvSpPr>
        <p:spPr>
          <a:xfrm>
            <a:off x="6075438" y="2909742"/>
            <a:ext cx="131425" cy="131425"/>
          </a:xfrm>
          <a:prstGeom prst="ellipse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图形 13"/>
          <p:cNvSpPr/>
          <p:nvPr>
            <p:custDataLst>
              <p:tags r:id="rId11"/>
            </p:custDataLst>
          </p:nvPr>
        </p:nvSpPr>
        <p:spPr>
          <a:xfrm>
            <a:off x="5864057" y="2972467"/>
            <a:ext cx="221949" cy="345205"/>
          </a:xfrm>
          <a:custGeom>
            <a:avLst/>
            <a:gdLst>
              <a:gd name="connsiteX0" fmla="*/ 158113 w 215261"/>
              <a:gd name="connsiteY0" fmla="*/ 324803 h 334803"/>
              <a:gd name="connsiteX1" fmla="*/ 107631 w 215261"/>
              <a:gd name="connsiteY1" fmla="*/ 0 h 334803"/>
              <a:gd name="connsiteX2" fmla="*/ 57148 w 215261"/>
              <a:gd name="connsiteY2" fmla="*/ 324803 h 334803"/>
              <a:gd name="connsiteX3" fmla="*/ 158113 w 215261"/>
              <a:gd name="connsiteY3" fmla="*/ 324803 h 334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61" h="334803">
                <a:moveTo>
                  <a:pt x="158113" y="324803"/>
                </a:moveTo>
                <a:cubicBezTo>
                  <a:pt x="311466" y="260033"/>
                  <a:pt x="107631" y="0"/>
                  <a:pt x="107631" y="0"/>
                </a:cubicBezTo>
                <a:cubicBezTo>
                  <a:pt x="107631" y="0"/>
                  <a:pt x="-96204" y="260033"/>
                  <a:pt x="57148" y="324803"/>
                </a:cubicBezTo>
                <a:cubicBezTo>
                  <a:pt x="89533" y="338138"/>
                  <a:pt x="126681" y="338138"/>
                  <a:pt x="158113" y="32480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3" name="图形 13"/>
          <p:cNvSpPr/>
          <p:nvPr>
            <p:custDataLst>
              <p:tags r:id="rId12"/>
            </p:custDataLst>
          </p:nvPr>
        </p:nvSpPr>
        <p:spPr>
          <a:xfrm>
            <a:off x="6104919" y="2558486"/>
            <a:ext cx="221949" cy="345205"/>
          </a:xfrm>
          <a:custGeom>
            <a:avLst/>
            <a:gdLst>
              <a:gd name="connsiteX0" fmla="*/ 158113 w 215261"/>
              <a:gd name="connsiteY0" fmla="*/ 324803 h 334803"/>
              <a:gd name="connsiteX1" fmla="*/ 107631 w 215261"/>
              <a:gd name="connsiteY1" fmla="*/ 0 h 334803"/>
              <a:gd name="connsiteX2" fmla="*/ 57148 w 215261"/>
              <a:gd name="connsiteY2" fmla="*/ 324803 h 334803"/>
              <a:gd name="connsiteX3" fmla="*/ 158113 w 215261"/>
              <a:gd name="connsiteY3" fmla="*/ 324803 h 334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61" h="334803">
                <a:moveTo>
                  <a:pt x="158113" y="324803"/>
                </a:moveTo>
                <a:cubicBezTo>
                  <a:pt x="311466" y="260033"/>
                  <a:pt x="107631" y="0"/>
                  <a:pt x="107631" y="0"/>
                </a:cubicBezTo>
                <a:cubicBezTo>
                  <a:pt x="107631" y="0"/>
                  <a:pt x="-96204" y="260033"/>
                  <a:pt x="57148" y="324803"/>
                </a:cubicBezTo>
                <a:cubicBezTo>
                  <a:pt x="89533" y="338138"/>
                  <a:pt x="126681" y="338138"/>
                  <a:pt x="158113" y="32480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>
            <p:custDataLst>
              <p:tags r:id="rId13"/>
            </p:custDataLst>
          </p:nvPr>
        </p:nvSpPr>
        <p:spPr>
          <a:xfrm>
            <a:off x="5424987" y="3435372"/>
            <a:ext cx="1287184" cy="1122952"/>
          </a:xfrm>
          <a:custGeom>
            <a:avLst/>
            <a:gdLst>
              <a:gd name="connsiteX0" fmla="*/ 369892 w 1113639"/>
              <a:gd name="connsiteY0" fmla="*/ 0 h 971550"/>
              <a:gd name="connsiteX1" fmla="*/ 743747 w 1113639"/>
              <a:gd name="connsiteY1" fmla="*/ 0 h 971550"/>
              <a:gd name="connsiteX2" fmla="*/ 794945 w 1113639"/>
              <a:gd name="connsiteY2" fmla="*/ 43739 h 971550"/>
              <a:gd name="connsiteX3" fmla="*/ 794944 w 1113639"/>
              <a:gd name="connsiteY3" fmla="*/ 43739 h 971550"/>
              <a:gd name="connsiteX4" fmla="*/ 743746 w 1113639"/>
              <a:gd name="connsiteY4" fmla="*/ 87477 h 971550"/>
              <a:gd name="connsiteX5" fmla="*/ 719935 w 1113639"/>
              <a:gd name="connsiteY5" fmla="*/ 87477 h 971550"/>
              <a:gd name="connsiteX6" fmla="*/ 719935 w 1113639"/>
              <a:gd name="connsiteY6" fmla="*/ 582583 h 971550"/>
              <a:gd name="connsiteX7" fmla="*/ 731015 w 1113639"/>
              <a:gd name="connsiteY7" fmla="*/ 585136 h 971550"/>
              <a:gd name="connsiteX8" fmla="*/ 1096573 w 1113639"/>
              <a:gd name="connsiteY8" fmla="*/ 916573 h 971550"/>
              <a:gd name="connsiteX9" fmla="*/ 1113639 w 1113639"/>
              <a:gd name="connsiteY9" fmla="*/ 971550 h 971550"/>
              <a:gd name="connsiteX10" fmla="*/ 0 w 1113639"/>
              <a:gd name="connsiteY10" fmla="*/ 971550 h 971550"/>
              <a:gd name="connsiteX11" fmla="*/ 17065 w 1113639"/>
              <a:gd name="connsiteY11" fmla="*/ 916573 h 971550"/>
              <a:gd name="connsiteX12" fmla="*/ 382624 w 1113639"/>
              <a:gd name="connsiteY12" fmla="*/ 585136 h 971550"/>
              <a:gd name="connsiteX13" fmla="*/ 393703 w 1113639"/>
              <a:gd name="connsiteY13" fmla="*/ 582583 h 971550"/>
              <a:gd name="connsiteX14" fmla="*/ 393703 w 1113639"/>
              <a:gd name="connsiteY14" fmla="*/ 87476 h 971550"/>
              <a:gd name="connsiteX15" fmla="*/ 369892 w 1113639"/>
              <a:gd name="connsiteY15" fmla="*/ 87476 h 971550"/>
              <a:gd name="connsiteX16" fmla="*/ 322718 w 1113639"/>
              <a:gd name="connsiteY16" fmla="*/ 60763 h 971550"/>
              <a:gd name="connsiteX17" fmla="*/ 318694 w 1113639"/>
              <a:gd name="connsiteY17" fmla="*/ 43739 h 971550"/>
              <a:gd name="connsiteX18" fmla="*/ 322718 w 1113639"/>
              <a:gd name="connsiteY18" fmla="*/ 26714 h 971550"/>
              <a:gd name="connsiteX19" fmla="*/ 369892 w 1113639"/>
              <a:gd name="connsiteY19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13639" h="971550">
                <a:moveTo>
                  <a:pt x="369892" y="0"/>
                </a:moveTo>
                <a:lnTo>
                  <a:pt x="743747" y="0"/>
                </a:lnTo>
                <a:cubicBezTo>
                  <a:pt x="772023" y="0"/>
                  <a:pt x="794945" y="19582"/>
                  <a:pt x="794945" y="43739"/>
                </a:cubicBezTo>
                <a:lnTo>
                  <a:pt x="794944" y="43739"/>
                </a:lnTo>
                <a:cubicBezTo>
                  <a:pt x="794944" y="67895"/>
                  <a:pt x="772022" y="87477"/>
                  <a:pt x="743746" y="87477"/>
                </a:cubicBezTo>
                <a:lnTo>
                  <a:pt x="719935" y="87477"/>
                </a:lnTo>
                <a:lnTo>
                  <a:pt x="719935" y="582583"/>
                </a:lnTo>
                <a:lnTo>
                  <a:pt x="731015" y="585136"/>
                </a:lnTo>
                <a:cubicBezTo>
                  <a:pt x="896100" y="636483"/>
                  <a:pt x="1029878" y="758887"/>
                  <a:pt x="1096573" y="916573"/>
                </a:cubicBezTo>
                <a:lnTo>
                  <a:pt x="1113639" y="971550"/>
                </a:lnTo>
                <a:lnTo>
                  <a:pt x="0" y="971550"/>
                </a:lnTo>
                <a:lnTo>
                  <a:pt x="17065" y="916573"/>
                </a:lnTo>
                <a:cubicBezTo>
                  <a:pt x="83761" y="758887"/>
                  <a:pt x="217539" y="636483"/>
                  <a:pt x="382624" y="585136"/>
                </a:cubicBezTo>
                <a:lnTo>
                  <a:pt x="393703" y="582583"/>
                </a:lnTo>
                <a:lnTo>
                  <a:pt x="393703" y="87476"/>
                </a:lnTo>
                <a:lnTo>
                  <a:pt x="369892" y="87476"/>
                </a:lnTo>
                <a:cubicBezTo>
                  <a:pt x="348685" y="87476"/>
                  <a:pt x="330490" y="76462"/>
                  <a:pt x="322718" y="60763"/>
                </a:cubicBezTo>
                <a:lnTo>
                  <a:pt x="318694" y="43739"/>
                </a:lnTo>
                <a:lnTo>
                  <a:pt x="322718" y="26714"/>
                </a:lnTo>
                <a:cubicBezTo>
                  <a:pt x="330490" y="11015"/>
                  <a:pt x="348685" y="0"/>
                  <a:pt x="3698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>
            <p:custDataLst>
              <p:tags r:id="rId14"/>
            </p:custDataLst>
          </p:nvPr>
        </p:nvSpPr>
        <p:spPr>
          <a:xfrm rot="21180000">
            <a:off x="4674176" y="2830082"/>
            <a:ext cx="1290157" cy="224131"/>
          </a:xfrm>
          <a:custGeom>
            <a:avLst/>
            <a:gdLst>
              <a:gd name="connsiteX0" fmla="*/ 25279 w 1116211"/>
              <a:gd name="connsiteY0" fmla="*/ 0 h 193913"/>
              <a:gd name="connsiteX1" fmla="*/ 1116211 w 1116211"/>
              <a:gd name="connsiteY1" fmla="*/ 133949 h 193913"/>
              <a:gd name="connsiteX2" fmla="*/ 1116211 w 1116211"/>
              <a:gd name="connsiteY2" fmla="*/ 181225 h 193913"/>
              <a:gd name="connsiteX3" fmla="*/ 1103523 w 1116211"/>
              <a:gd name="connsiteY3" fmla="*/ 193913 h 193913"/>
              <a:gd name="connsiteX4" fmla="*/ 1052773 w 1116211"/>
              <a:gd name="connsiteY4" fmla="*/ 193913 h 193913"/>
              <a:gd name="connsiteX5" fmla="*/ 1040085 w 1116211"/>
              <a:gd name="connsiteY5" fmla="*/ 181225 h 193913"/>
              <a:gd name="connsiteX6" fmla="*/ 1040085 w 1116211"/>
              <a:gd name="connsiteY6" fmla="*/ 160351 h 193913"/>
              <a:gd name="connsiteX7" fmla="*/ 416447 w 1116211"/>
              <a:gd name="connsiteY7" fmla="*/ 160351 h 193913"/>
              <a:gd name="connsiteX8" fmla="*/ 416447 w 1116211"/>
              <a:gd name="connsiteY8" fmla="*/ 158746 h 193913"/>
              <a:gd name="connsiteX9" fmla="*/ 100170 w 1116211"/>
              <a:gd name="connsiteY9" fmla="*/ 159846 h 193913"/>
              <a:gd name="connsiteX10" fmla="*/ 7980 w 1116211"/>
              <a:gd name="connsiteY10" fmla="*/ 99198 h 193913"/>
              <a:gd name="connsiteX11" fmla="*/ 0 w 1116211"/>
              <a:gd name="connsiteY11" fmla="*/ 60370 h 193913"/>
              <a:gd name="connsiteX12" fmla="*/ 7709 w 1116211"/>
              <a:gd name="connsiteY12" fmla="*/ 21488 h 19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16211" h="193913">
                <a:moveTo>
                  <a:pt x="25279" y="0"/>
                </a:moveTo>
                <a:lnTo>
                  <a:pt x="1116211" y="133949"/>
                </a:lnTo>
                <a:lnTo>
                  <a:pt x="1116211" y="181225"/>
                </a:lnTo>
                <a:cubicBezTo>
                  <a:pt x="1116211" y="188232"/>
                  <a:pt x="1110530" y="193913"/>
                  <a:pt x="1103523" y="193913"/>
                </a:cubicBezTo>
                <a:lnTo>
                  <a:pt x="1052773" y="193913"/>
                </a:lnTo>
                <a:cubicBezTo>
                  <a:pt x="1045766" y="193913"/>
                  <a:pt x="1040085" y="188232"/>
                  <a:pt x="1040085" y="181225"/>
                </a:cubicBezTo>
                <a:lnTo>
                  <a:pt x="1040085" y="160351"/>
                </a:lnTo>
                <a:lnTo>
                  <a:pt x="416447" y="160351"/>
                </a:lnTo>
                <a:lnTo>
                  <a:pt x="416447" y="158746"/>
                </a:lnTo>
                <a:lnTo>
                  <a:pt x="100170" y="159846"/>
                </a:lnTo>
                <a:cubicBezTo>
                  <a:pt x="58822" y="159990"/>
                  <a:pt x="23258" y="134974"/>
                  <a:pt x="7980" y="99198"/>
                </a:cubicBezTo>
                <a:lnTo>
                  <a:pt x="0" y="60370"/>
                </a:lnTo>
                <a:lnTo>
                  <a:pt x="7709" y="214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7" name="任意多边形: 形状 76"/>
          <p:cNvSpPr/>
          <p:nvPr>
            <p:custDataLst>
              <p:tags r:id="rId15"/>
            </p:custDataLst>
          </p:nvPr>
        </p:nvSpPr>
        <p:spPr>
          <a:xfrm rot="420000" flipH="1">
            <a:off x="6232876" y="2321388"/>
            <a:ext cx="1290157" cy="312408"/>
          </a:xfrm>
          <a:custGeom>
            <a:avLst/>
            <a:gdLst>
              <a:gd name="connsiteX0" fmla="*/ 1103523 w 1116211"/>
              <a:gd name="connsiteY0" fmla="*/ 0 h 270287"/>
              <a:gd name="connsiteX1" fmla="*/ 1116211 w 1116211"/>
              <a:gd name="connsiteY1" fmla="*/ 12688 h 270287"/>
              <a:gd name="connsiteX2" fmla="*/ 1116211 w 1116211"/>
              <a:gd name="connsiteY2" fmla="*/ 257599 h 270287"/>
              <a:gd name="connsiteX3" fmla="*/ 1103523 w 1116211"/>
              <a:gd name="connsiteY3" fmla="*/ 270287 h 270287"/>
              <a:gd name="connsiteX4" fmla="*/ 1052773 w 1116211"/>
              <a:gd name="connsiteY4" fmla="*/ 270287 h 270287"/>
              <a:gd name="connsiteX5" fmla="*/ 1040085 w 1116211"/>
              <a:gd name="connsiteY5" fmla="*/ 257599 h 270287"/>
              <a:gd name="connsiteX6" fmla="*/ 1040085 w 1116211"/>
              <a:gd name="connsiteY6" fmla="*/ 236725 h 270287"/>
              <a:gd name="connsiteX7" fmla="*/ 416447 w 1116211"/>
              <a:gd name="connsiteY7" fmla="*/ 236725 h 270287"/>
              <a:gd name="connsiteX8" fmla="*/ 416447 w 1116211"/>
              <a:gd name="connsiteY8" fmla="*/ 235120 h 270287"/>
              <a:gd name="connsiteX9" fmla="*/ 100170 w 1116211"/>
              <a:gd name="connsiteY9" fmla="*/ 236220 h 270287"/>
              <a:gd name="connsiteX10" fmla="*/ 7980 w 1116211"/>
              <a:gd name="connsiteY10" fmla="*/ 175572 h 270287"/>
              <a:gd name="connsiteX11" fmla="*/ 0 w 1116211"/>
              <a:gd name="connsiteY11" fmla="*/ 136744 h 270287"/>
              <a:gd name="connsiteX12" fmla="*/ 7709 w 1116211"/>
              <a:gd name="connsiteY12" fmla="*/ 97862 h 270287"/>
              <a:gd name="connsiteX13" fmla="*/ 99475 w 1116211"/>
              <a:gd name="connsiteY13" fmla="*/ 36574 h 270287"/>
              <a:gd name="connsiteX14" fmla="*/ 416447 w 1116211"/>
              <a:gd name="connsiteY14" fmla="*/ 35471 h 270287"/>
              <a:gd name="connsiteX15" fmla="*/ 416449 w 1116211"/>
              <a:gd name="connsiteY15" fmla="*/ 35125 h 270287"/>
              <a:gd name="connsiteX16" fmla="*/ 515761 w 1116211"/>
              <a:gd name="connsiteY16" fmla="*/ 35125 h 270287"/>
              <a:gd name="connsiteX17" fmla="*/ 781997 w 1116211"/>
              <a:gd name="connsiteY17" fmla="*/ 34199 h 270287"/>
              <a:gd name="connsiteX18" fmla="*/ 786671 w 1116211"/>
              <a:gd name="connsiteY18" fmla="*/ 35125 h 270287"/>
              <a:gd name="connsiteX19" fmla="*/ 1040085 w 1116211"/>
              <a:gd name="connsiteY19" fmla="*/ 35125 h 270287"/>
              <a:gd name="connsiteX20" fmla="*/ 1040085 w 1116211"/>
              <a:gd name="connsiteY20" fmla="*/ 12688 h 270287"/>
              <a:gd name="connsiteX21" fmla="*/ 1052773 w 1116211"/>
              <a:gd name="connsiteY21" fmla="*/ 0 h 270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16211" h="270287">
                <a:moveTo>
                  <a:pt x="1103523" y="0"/>
                </a:moveTo>
                <a:cubicBezTo>
                  <a:pt x="1110530" y="0"/>
                  <a:pt x="1116211" y="5681"/>
                  <a:pt x="1116211" y="12688"/>
                </a:cubicBezTo>
                <a:lnTo>
                  <a:pt x="1116211" y="257599"/>
                </a:lnTo>
                <a:cubicBezTo>
                  <a:pt x="1116211" y="264606"/>
                  <a:pt x="1110530" y="270287"/>
                  <a:pt x="1103523" y="270287"/>
                </a:cubicBezTo>
                <a:lnTo>
                  <a:pt x="1052773" y="270287"/>
                </a:lnTo>
                <a:cubicBezTo>
                  <a:pt x="1045766" y="270287"/>
                  <a:pt x="1040085" y="264606"/>
                  <a:pt x="1040085" y="257599"/>
                </a:cubicBezTo>
                <a:lnTo>
                  <a:pt x="1040085" y="236725"/>
                </a:lnTo>
                <a:lnTo>
                  <a:pt x="416447" y="236725"/>
                </a:lnTo>
                <a:lnTo>
                  <a:pt x="416447" y="235120"/>
                </a:lnTo>
                <a:lnTo>
                  <a:pt x="100170" y="236220"/>
                </a:lnTo>
                <a:cubicBezTo>
                  <a:pt x="58822" y="236364"/>
                  <a:pt x="23258" y="211348"/>
                  <a:pt x="7980" y="175572"/>
                </a:cubicBezTo>
                <a:lnTo>
                  <a:pt x="0" y="136744"/>
                </a:lnTo>
                <a:lnTo>
                  <a:pt x="7709" y="97862"/>
                </a:lnTo>
                <a:cubicBezTo>
                  <a:pt x="22738" y="61981"/>
                  <a:pt x="58127" y="36718"/>
                  <a:pt x="99475" y="36574"/>
                </a:cubicBezTo>
                <a:lnTo>
                  <a:pt x="416447" y="35471"/>
                </a:lnTo>
                <a:lnTo>
                  <a:pt x="416449" y="35125"/>
                </a:lnTo>
                <a:lnTo>
                  <a:pt x="515761" y="35125"/>
                </a:lnTo>
                <a:lnTo>
                  <a:pt x="781997" y="34199"/>
                </a:lnTo>
                <a:lnTo>
                  <a:pt x="786671" y="35125"/>
                </a:lnTo>
                <a:lnTo>
                  <a:pt x="1040085" y="35125"/>
                </a:lnTo>
                <a:lnTo>
                  <a:pt x="1040085" y="12688"/>
                </a:lnTo>
                <a:cubicBezTo>
                  <a:pt x="1040085" y="5681"/>
                  <a:pt x="1045766" y="0"/>
                  <a:pt x="1052773" y="0"/>
                </a:cubicBezTo>
                <a:close/>
              </a:path>
            </a:pathLst>
          </a:cu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任意多边形: 形状 77"/>
          <p:cNvSpPr/>
          <p:nvPr>
            <p:custDataLst>
              <p:tags r:id="rId16"/>
            </p:custDataLst>
          </p:nvPr>
        </p:nvSpPr>
        <p:spPr>
          <a:xfrm rot="420000" flipH="1">
            <a:off x="6227858" y="2409829"/>
            <a:ext cx="1290157" cy="224131"/>
          </a:xfrm>
          <a:custGeom>
            <a:avLst/>
            <a:gdLst>
              <a:gd name="connsiteX0" fmla="*/ 25279 w 1116211"/>
              <a:gd name="connsiteY0" fmla="*/ 0 h 193913"/>
              <a:gd name="connsiteX1" fmla="*/ 1116211 w 1116211"/>
              <a:gd name="connsiteY1" fmla="*/ 133949 h 193913"/>
              <a:gd name="connsiteX2" fmla="*/ 1116211 w 1116211"/>
              <a:gd name="connsiteY2" fmla="*/ 181225 h 193913"/>
              <a:gd name="connsiteX3" fmla="*/ 1103523 w 1116211"/>
              <a:gd name="connsiteY3" fmla="*/ 193913 h 193913"/>
              <a:gd name="connsiteX4" fmla="*/ 1052773 w 1116211"/>
              <a:gd name="connsiteY4" fmla="*/ 193913 h 193913"/>
              <a:gd name="connsiteX5" fmla="*/ 1040085 w 1116211"/>
              <a:gd name="connsiteY5" fmla="*/ 181225 h 193913"/>
              <a:gd name="connsiteX6" fmla="*/ 1040085 w 1116211"/>
              <a:gd name="connsiteY6" fmla="*/ 160351 h 193913"/>
              <a:gd name="connsiteX7" fmla="*/ 416447 w 1116211"/>
              <a:gd name="connsiteY7" fmla="*/ 160351 h 193913"/>
              <a:gd name="connsiteX8" fmla="*/ 416447 w 1116211"/>
              <a:gd name="connsiteY8" fmla="*/ 158746 h 193913"/>
              <a:gd name="connsiteX9" fmla="*/ 100170 w 1116211"/>
              <a:gd name="connsiteY9" fmla="*/ 159846 h 193913"/>
              <a:gd name="connsiteX10" fmla="*/ 7980 w 1116211"/>
              <a:gd name="connsiteY10" fmla="*/ 99198 h 193913"/>
              <a:gd name="connsiteX11" fmla="*/ 0 w 1116211"/>
              <a:gd name="connsiteY11" fmla="*/ 60370 h 193913"/>
              <a:gd name="connsiteX12" fmla="*/ 7709 w 1116211"/>
              <a:gd name="connsiteY12" fmla="*/ 21488 h 19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16211" h="193913">
                <a:moveTo>
                  <a:pt x="25279" y="0"/>
                </a:moveTo>
                <a:lnTo>
                  <a:pt x="1116211" y="133949"/>
                </a:lnTo>
                <a:lnTo>
                  <a:pt x="1116211" y="181225"/>
                </a:lnTo>
                <a:cubicBezTo>
                  <a:pt x="1116211" y="188232"/>
                  <a:pt x="1110530" y="193913"/>
                  <a:pt x="1103523" y="193913"/>
                </a:cubicBezTo>
                <a:lnTo>
                  <a:pt x="1052773" y="193913"/>
                </a:lnTo>
                <a:cubicBezTo>
                  <a:pt x="1045766" y="193913"/>
                  <a:pt x="1040085" y="188232"/>
                  <a:pt x="1040085" y="181225"/>
                </a:cubicBezTo>
                <a:lnTo>
                  <a:pt x="1040085" y="160351"/>
                </a:lnTo>
                <a:lnTo>
                  <a:pt x="416447" y="160351"/>
                </a:lnTo>
                <a:lnTo>
                  <a:pt x="416447" y="158746"/>
                </a:lnTo>
                <a:lnTo>
                  <a:pt x="100170" y="159846"/>
                </a:lnTo>
                <a:cubicBezTo>
                  <a:pt x="58822" y="159990"/>
                  <a:pt x="23258" y="134974"/>
                  <a:pt x="7980" y="99198"/>
                </a:cubicBezTo>
                <a:lnTo>
                  <a:pt x="0" y="60370"/>
                </a:lnTo>
                <a:lnTo>
                  <a:pt x="7709" y="214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矩形 2"/>
          <p:cNvSpPr/>
          <p:nvPr>
            <p:custDataLst>
              <p:tags r:id="rId17"/>
            </p:custDataLst>
          </p:nvPr>
        </p:nvSpPr>
        <p:spPr>
          <a:xfrm>
            <a:off x="763314" y="2700243"/>
            <a:ext cx="2811932" cy="1256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>
            <a:defPPr>
              <a:defRPr lang="en-US">
                <a:solidFill>
                  <a:schemeClr val="lt1"/>
                </a:solidFill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Dataset: examples/nodes16.json (Radio Range = 500m)</a:t>
            </a:r>
            <a:endParaRPr 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25" name="矩形 5"/>
          <p:cNvSpPr/>
          <p:nvPr>
            <p:custDataLst>
              <p:tags r:id="rId18"/>
            </p:custDataLst>
          </p:nvPr>
        </p:nvSpPr>
        <p:spPr>
          <a:xfrm>
            <a:off x="762059" y="4386273"/>
            <a:ext cx="2811305" cy="1255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>
            <a:defPPr>
              <a:defRPr lang="en-US">
                <a:solidFill>
                  <a:schemeClr val="lt1"/>
                </a:solidFill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Resulting Frame: 9-slot conflict-free heuristic schedule.</a:t>
            </a:r>
            <a:endParaRPr 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0" name="矩形 26"/>
          <p:cNvSpPr/>
          <p:nvPr>
            <p:custDataLst>
              <p:tags r:id="rId19"/>
            </p:custDataLst>
          </p:nvPr>
        </p:nvSpPr>
        <p:spPr>
          <a:xfrm>
            <a:off x="8620165" y="1806421"/>
            <a:ext cx="2811305" cy="1255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>
            <a:defPPr>
              <a:defRPr lang="en-US">
                <a:solidFill>
                  <a:schemeClr val="lt1"/>
                </a:solidFill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Input Metrics: 16 Nodes, 42 Communication Links, 90 Distance-2 Conflict Edges.</a:t>
            </a:r>
            <a:endParaRPr 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1" name="矩形 27"/>
          <p:cNvSpPr/>
          <p:nvPr>
            <p:custDataLst>
              <p:tags r:id="rId20"/>
            </p:custDataLst>
          </p:nvPr>
        </p:nvSpPr>
        <p:spPr>
          <a:xfrm>
            <a:off x="8620165" y="1395577"/>
            <a:ext cx="2810050" cy="385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r>
              <a:rPr lang="en-US" sz="2400" b="1" kern="0" dirty="0">
                <a:solidFill>
                  <a:schemeClr val="tx1"/>
                </a:solidFill>
                <a:sym typeface="Arial" panose="020B0604020202020204" pitchFamily="34" charset="0"/>
              </a:rPr>
              <a:t>Step 02</a:t>
            </a:r>
            <a:endParaRPr lang="en-US" sz="2400" b="1" kern="0" dirty="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2" name="矩形 28"/>
          <p:cNvSpPr/>
          <p:nvPr>
            <p:custDataLst>
              <p:tags r:id="rId21"/>
            </p:custDataLst>
          </p:nvPr>
        </p:nvSpPr>
        <p:spPr>
          <a:xfrm>
            <a:off x="8620165" y="3492451"/>
            <a:ext cx="2811305" cy="1255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>
            <a:defPPr>
              <a:defRPr lang="en-US">
                <a:solidFill>
                  <a:schemeClr val="lt1"/>
                </a:solidFill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Slot Utilization: Slot 8 shared by Nodes 1, 10, 13, 16 (Spatial reuse verified).</a:t>
            </a:r>
            <a:endParaRPr 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3" name="矩形 1"/>
          <p:cNvSpPr/>
          <p:nvPr>
            <p:custDataLst>
              <p:tags r:id="rId22"/>
            </p:custDataLst>
          </p:nvPr>
        </p:nvSpPr>
        <p:spPr>
          <a:xfrm>
            <a:off x="8620165" y="3081607"/>
            <a:ext cx="2810050" cy="385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r>
              <a:rPr lang="en-US" sz="2400" b="1" kern="0" dirty="0">
                <a:solidFill>
                  <a:schemeClr val="tx1"/>
                </a:solidFill>
                <a:sym typeface="Arial" panose="020B0604020202020204" pitchFamily="34" charset="0"/>
              </a:rPr>
              <a:t>Step 04</a:t>
            </a:r>
            <a:endParaRPr lang="en-US" sz="2400" b="1" kern="0" dirty="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4" name="矩形 3"/>
          <p:cNvSpPr/>
          <p:nvPr>
            <p:custDataLst>
              <p:tags r:id="rId23"/>
            </p:custDataLst>
          </p:nvPr>
        </p:nvSpPr>
        <p:spPr>
          <a:xfrm>
            <a:off x="8620165" y="5179109"/>
            <a:ext cx="2811305" cy="1255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>
            <a:defPPr>
              <a:defRPr lang="en-US">
                <a:solidFill>
                  <a:schemeClr val="lt1"/>
                </a:solidFill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Validator Inspection: 0 conflicts detected across all 90 conflict edges (100% Valid).</a:t>
            </a:r>
            <a:endParaRPr 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6" name="矩形 6"/>
          <p:cNvSpPr/>
          <p:nvPr>
            <p:custDataLst>
              <p:tags r:id="rId24"/>
            </p:custDataLst>
          </p:nvPr>
        </p:nvSpPr>
        <p:spPr>
          <a:xfrm>
            <a:off x="8620165" y="4768264"/>
            <a:ext cx="2810050" cy="385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r>
              <a:rPr lang="en-US" sz="2400" b="1" kern="0" dirty="0">
                <a:solidFill>
                  <a:schemeClr val="tx1"/>
                </a:solidFill>
                <a:sym typeface="Arial" panose="020B0604020202020204" pitchFamily="34" charset="0"/>
              </a:rPr>
              <a:t>Step 05</a:t>
            </a:r>
            <a:endParaRPr lang="en-US" sz="2400" b="1" kern="0" dirty="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 fontScale="90000"/>
          </a:bodyPr>
          <a:lstStyle/>
          <a:p>
            <a:r>
              <a:rPr lang="en-US" sz="3600" spc="0">
                <a:latin typeface="+mj-lt"/>
              </a:rPr>
              <a:t>Part 2 Architecture: EMANE XML Schedule Adapter</a:t>
            </a:r>
            <a:endParaRPr lang="en-US" sz="3600" spc="0">
              <a:latin typeface="+mj-lt"/>
            </a:endParaRPr>
          </a:p>
        </p:txBody>
      </p:sp>
      <p:sp>
        <p:nvSpPr>
          <p:cNvPr id="4" name="图形 1" descr="未标题-1 [已恢复]"/>
          <p:cNvSpPr/>
          <p:nvPr>
            <p:custDataLst>
              <p:tags r:id="rId2"/>
            </p:custDataLst>
          </p:nvPr>
        </p:nvSpPr>
        <p:spPr>
          <a:xfrm>
            <a:off x="9231720" y="1832568"/>
            <a:ext cx="2242519" cy="1520599"/>
          </a:xfrm>
          <a:custGeom>
            <a:avLst/>
            <a:gdLst>
              <a:gd name="connsiteX0" fmla="*/ -98 w 1821751"/>
              <a:gd name="connsiteY0" fmla="*/ 1311944 h 1312164"/>
              <a:gd name="connsiteX1" fmla="*/ -98 w 1821751"/>
              <a:gd name="connsiteY1" fmla="*/ 118747 h 1312164"/>
              <a:gd name="connsiteX2" fmla="*/ 118869 w 1821751"/>
              <a:gd name="connsiteY2" fmla="*/ -221 h 1312164"/>
              <a:gd name="connsiteX3" fmla="*/ 717420 w 1821751"/>
              <a:gd name="connsiteY3" fmla="*/ -221 h 1312164"/>
              <a:gd name="connsiteX4" fmla="*/ 812670 w 1821751"/>
              <a:gd name="connsiteY4" fmla="*/ 39118 h 1312164"/>
              <a:gd name="connsiteX5" fmla="*/ 888870 w 1821751"/>
              <a:gd name="connsiteY5" fmla="*/ 115318 h 1312164"/>
              <a:gd name="connsiteX6" fmla="*/ 933161 w 1821751"/>
              <a:gd name="connsiteY6" fmla="*/ 133606 h 1312164"/>
              <a:gd name="connsiteX7" fmla="*/ 1698971 w 1821751"/>
              <a:gd name="connsiteY7" fmla="*/ 133606 h 1312164"/>
              <a:gd name="connsiteX8" fmla="*/ 1821653 w 1821751"/>
              <a:gd name="connsiteY8" fmla="*/ 256288 h 1312164"/>
              <a:gd name="connsiteX9" fmla="*/ 1821653 w 1821751"/>
              <a:gd name="connsiteY9" fmla="*/ 1311944 h 1312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1751" h="1312164">
                <a:moveTo>
                  <a:pt x="-98" y="1311944"/>
                </a:moveTo>
                <a:lnTo>
                  <a:pt x="-98" y="118747"/>
                </a:lnTo>
                <a:cubicBezTo>
                  <a:pt x="-98" y="53043"/>
                  <a:pt x="53165" y="-221"/>
                  <a:pt x="118869" y="-221"/>
                </a:cubicBezTo>
                <a:lnTo>
                  <a:pt x="717420" y="-221"/>
                </a:lnTo>
                <a:cubicBezTo>
                  <a:pt x="753129" y="-268"/>
                  <a:pt x="787400" y="13886"/>
                  <a:pt x="812670" y="39118"/>
                </a:cubicBezTo>
                <a:lnTo>
                  <a:pt x="888870" y="115318"/>
                </a:lnTo>
                <a:cubicBezTo>
                  <a:pt x="900643" y="127024"/>
                  <a:pt x="916559" y="133596"/>
                  <a:pt x="933161" y="133606"/>
                </a:cubicBezTo>
                <a:lnTo>
                  <a:pt x="1698971" y="133606"/>
                </a:lnTo>
                <a:cubicBezTo>
                  <a:pt x="1766723" y="133606"/>
                  <a:pt x="1821653" y="188536"/>
                  <a:pt x="1821653" y="256288"/>
                </a:cubicBezTo>
                <a:lnTo>
                  <a:pt x="1821653" y="1311944"/>
                </a:lnTo>
                <a:close/>
              </a:path>
            </a:pathLst>
          </a:custGeom>
          <a:solidFill>
            <a:schemeClr val="accent5"/>
          </a:solidFill>
          <a:ln w="317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none" lIns="154305" tIns="530860" rIns="238760" bIns="168275" numCol="1" spcCol="0" rtlCol="0" fromWordArt="0" anchor="ctr" anchorCtr="0" forceAA="0" compatLnSpc="1">
            <a:normAutofit fontScale="9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5400" b="1" dirty="0">
                <a:solidFill>
                  <a:srgbClr val="FFFFFF"/>
                </a:solidFill>
                <a:latin typeface="+mn-ea"/>
              </a:rPr>
              <a:t>05</a:t>
            </a:r>
            <a:endParaRPr lang="en-US" sz="5400" b="1" dirty="0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7" name="图片 17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30000"/>
          </a:blip>
          <a:srcRect l="-15650" t="21046" r="2867" b="15144"/>
          <a:stretch>
            <a:fillRect/>
          </a:stretch>
        </p:blipFill>
        <p:spPr>
          <a:xfrm rot="16200000">
            <a:off x="10259409" y="2227785"/>
            <a:ext cx="187141" cy="2234272"/>
          </a:xfrm>
          <a:prstGeom prst="rect">
            <a:avLst/>
          </a:prstGeom>
        </p:spPr>
      </p:pic>
      <p:sp>
        <p:nvSpPr>
          <p:cNvPr id="10" name="圆角矩形 180"/>
          <p:cNvSpPr/>
          <p:nvPr>
            <p:custDataLst>
              <p:tags r:id="rId5"/>
            </p:custDataLst>
          </p:nvPr>
        </p:nvSpPr>
        <p:spPr>
          <a:xfrm>
            <a:off x="9231720" y="3320180"/>
            <a:ext cx="2238713" cy="2519742"/>
          </a:xfrm>
          <a:prstGeom prst="roundRect">
            <a:avLst>
              <a:gd name="adj" fmla="val 805"/>
            </a:avLst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13" name="矩形 2"/>
          <p:cNvSpPr/>
          <p:nvPr>
            <p:custDataLst>
              <p:tags r:id="rId6"/>
            </p:custDataLst>
          </p:nvPr>
        </p:nvSpPr>
        <p:spPr>
          <a:xfrm>
            <a:off x="9638355" y="3490193"/>
            <a:ext cx="1639228" cy="3812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5"/>
                </a:solidFill>
                <a:latin typeface="+mj-lt"/>
              </a:rPr>
              <a:t>Your title here</a:t>
            </a:r>
            <a:endParaRPr lang="en-US" sz="2000" b="1" kern="0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16" name="矩形 4"/>
          <p:cNvSpPr/>
          <p:nvPr>
            <p:custDataLst>
              <p:tags r:id="rId7"/>
            </p:custDataLst>
          </p:nvPr>
        </p:nvSpPr>
        <p:spPr>
          <a:xfrm>
            <a:off x="9632646" y="3946309"/>
            <a:ext cx="1649378" cy="163669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kern="0" dirty="0">
                <a:ln>
                  <a:noFill/>
                  <a:prstDash val="sysDot"/>
                </a:ln>
                <a:solidFill>
                  <a:srgbClr val="262626"/>
                </a:solidFill>
                <a:latin typeface="+mn-lt"/>
              </a:rPr>
              <a:t>•  Official Schema: Generates &lt;emane-tdma-schedule&gt; with nodes='1 10 13 16' attribute.</a:t>
            </a:r>
            <a:endParaRPr lang="en-US" sz="1400" kern="0" dirty="0">
              <a:ln>
                <a:noFill/>
                <a:prstDash val="sysDot"/>
              </a:ln>
              <a:solidFill>
                <a:srgbClr val="262626"/>
              </a:solidFill>
              <a:latin typeface="+mn-lt"/>
            </a:endParaRPr>
          </a:p>
        </p:txBody>
      </p:sp>
      <p:pic>
        <p:nvPicPr>
          <p:cNvPr id="18" name="图片 4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">
            <a:alphaModFix amt="8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333" t="59039"/>
          <a:stretch>
            <a:fillRect/>
          </a:stretch>
        </p:blipFill>
        <p:spPr>
          <a:xfrm>
            <a:off x="9279933" y="3333502"/>
            <a:ext cx="123703" cy="2520376"/>
          </a:xfrm>
          <a:prstGeom prst="rect">
            <a:avLst/>
          </a:prstGeom>
        </p:spPr>
      </p:pic>
      <p:pic>
        <p:nvPicPr>
          <p:cNvPr id="19" name="图片 4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333" t="73015" b="6887"/>
          <a:stretch>
            <a:fillRect/>
          </a:stretch>
        </p:blipFill>
        <p:spPr>
          <a:xfrm flipV="1">
            <a:off x="9258999" y="2026687"/>
            <a:ext cx="160497" cy="1307449"/>
          </a:xfrm>
          <a:prstGeom prst="rect">
            <a:avLst/>
          </a:prstGeom>
        </p:spPr>
      </p:pic>
      <p:sp>
        <p:nvSpPr>
          <p:cNvPr id="20" name="图形 1" descr="未标题-1 [已恢复]"/>
          <p:cNvSpPr/>
          <p:nvPr>
            <p:custDataLst>
              <p:tags r:id="rId10"/>
            </p:custDataLst>
          </p:nvPr>
        </p:nvSpPr>
        <p:spPr>
          <a:xfrm>
            <a:off x="7107195" y="1832568"/>
            <a:ext cx="2242519" cy="1520599"/>
          </a:xfrm>
          <a:custGeom>
            <a:avLst/>
            <a:gdLst>
              <a:gd name="connsiteX0" fmla="*/ -98 w 1821751"/>
              <a:gd name="connsiteY0" fmla="*/ 1311944 h 1312164"/>
              <a:gd name="connsiteX1" fmla="*/ -98 w 1821751"/>
              <a:gd name="connsiteY1" fmla="*/ 118747 h 1312164"/>
              <a:gd name="connsiteX2" fmla="*/ 118869 w 1821751"/>
              <a:gd name="connsiteY2" fmla="*/ -221 h 1312164"/>
              <a:gd name="connsiteX3" fmla="*/ 717420 w 1821751"/>
              <a:gd name="connsiteY3" fmla="*/ -221 h 1312164"/>
              <a:gd name="connsiteX4" fmla="*/ 812670 w 1821751"/>
              <a:gd name="connsiteY4" fmla="*/ 39118 h 1312164"/>
              <a:gd name="connsiteX5" fmla="*/ 888870 w 1821751"/>
              <a:gd name="connsiteY5" fmla="*/ 115318 h 1312164"/>
              <a:gd name="connsiteX6" fmla="*/ 933161 w 1821751"/>
              <a:gd name="connsiteY6" fmla="*/ 133606 h 1312164"/>
              <a:gd name="connsiteX7" fmla="*/ 1698971 w 1821751"/>
              <a:gd name="connsiteY7" fmla="*/ 133606 h 1312164"/>
              <a:gd name="connsiteX8" fmla="*/ 1821653 w 1821751"/>
              <a:gd name="connsiteY8" fmla="*/ 256288 h 1312164"/>
              <a:gd name="connsiteX9" fmla="*/ 1821653 w 1821751"/>
              <a:gd name="connsiteY9" fmla="*/ 1311944 h 1312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1751" h="1312164">
                <a:moveTo>
                  <a:pt x="-98" y="1311944"/>
                </a:moveTo>
                <a:lnTo>
                  <a:pt x="-98" y="118747"/>
                </a:lnTo>
                <a:cubicBezTo>
                  <a:pt x="-98" y="53043"/>
                  <a:pt x="53165" y="-221"/>
                  <a:pt x="118869" y="-221"/>
                </a:cubicBezTo>
                <a:lnTo>
                  <a:pt x="717420" y="-221"/>
                </a:lnTo>
                <a:cubicBezTo>
                  <a:pt x="753129" y="-268"/>
                  <a:pt x="787400" y="13886"/>
                  <a:pt x="812670" y="39118"/>
                </a:cubicBezTo>
                <a:lnTo>
                  <a:pt x="888870" y="115318"/>
                </a:lnTo>
                <a:cubicBezTo>
                  <a:pt x="900643" y="127024"/>
                  <a:pt x="916559" y="133596"/>
                  <a:pt x="933161" y="133606"/>
                </a:cubicBezTo>
                <a:lnTo>
                  <a:pt x="1698971" y="133606"/>
                </a:lnTo>
                <a:cubicBezTo>
                  <a:pt x="1766723" y="133606"/>
                  <a:pt x="1821653" y="188536"/>
                  <a:pt x="1821653" y="256288"/>
                </a:cubicBezTo>
                <a:lnTo>
                  <a:pt x="1821653" y="1311944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17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none" lIns="154305" tIns="530860" rIns="238760" bIns="168275" numCol="1" spcCol="0" rtlCol="0" fromWordArt="0" anchor="ctr" anchorCtr="0" forceAA="0" compatLnSpc="1">
            <a:normAutofit fontScale="9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5400" b="1">
                <a:solidFill>
                  <a:srgbClr val="FFFFFF"/>
                </a:solidFill>
                <a:latin typeface="+mn-ea"/>
              </a:rPr>
              <a:t>04</a:t>
            </a:r>
            <a:endParaRPr lang="en-US" sz="5400" b="1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21" name="图片 4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">
            <a:alphaModFix amt="30000"/>
          </a:blip>
          <a:srcRect l="-15650" t="21046" r="2867" b="15144"/>
          <a:stretch>
            <a:fillRect/>
          </a:stretch>
        </p:blipFill>
        <p:spPr>
          <a:xfrm rot="16200000">
            <a:off x="8134884" y="2227785"/>
            <a:ext cx="187141" cy="2234272"/>
          </a:xfrm>
          <a:prstGeom prst="rect">
            <a:avLst/>
          </a:prstGeom>
        </p:spPr>
      </p:pic>
      <p:sp>
        <p:nvSpPr>
          <p:cNvPr id="22" name="圆角矩形 96"/>
          <p:cNvSpPr/>
          <p:nvPr>
            <p:custDataLst>
              <p:tags r:id="rId12"/>
            </p:custDataLst>
          </p:nvPr>
        </p:nvSpPr>
        <p:spPr>
          <a:xfrm>
            <a:off x="7107195" y="3320180"/>
            <a:ext cx="2238713" cy="2519742"/>
          </a:xfrm>
          <a:prstGeom prst="roundRect">
            <a:avLst>
              <a:gd name="adj" fmla="val 805"/>
            </a:avLst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3" name="矩形 5"/>
          <p:cNvSpPr/>
          <p:nvPr>
            <p:custDataLst>
              <p:tags r:id="rId13"/>
            </p:custDataLst>
          </p:nvPr>
        </p:nvSpPr>
        <p:spPr>
          <a:xfrm>
            <a:off x="7513830" y="3490193"/>
            <a:ext cx="1639228" cy="3812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kern="0">
                <a:solidFill>
                  <a:schemeClr val="accent4"/>
                </a:solidFill>
                <a:latin typeface="+mj-lt"/>
              </a:rPr>
              <a:t>Your title here</a:t>
            </a:r>
            <a:endParaRPr lang="en-US" sz="2000" b="1" kern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4" name="矩形 7"/>
          <p:cNvSpPr/>
          <p:nvPr>
            <p:custDataLst>
              <p:tags r:id="rId14"/>
            </p:custDataLst>
          </p:nvPr>
        </p:nvSpPr>
        <p:spPr>
          <a:xfrm>
            <a:off x="7508755" y="3946309"/>
            <a:ext cx="1649378" cy="163669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kern="0" dirty="0">
                <a:ln>
                  <a:noFill/>
                  <a:prstDash val="sysDot"/>
                </a:ln>
                <a:solidFill>
                  <a:srgbClr val="262626"/>
                </a:solidFill>
                <a:latin typeface="+mn-lt"/>
              </a:rPr>
              <a:t>•  1 ms Slot Timing: Configures slotduration='1000' (microseconds).</a:t>
            </a:r>
            <a:endParaRPr lang="en-US" sz="1400" kern="0" dirty="0">
              <a:ln>
                <a:noFill/>
                <a:prstDash val="sysDot"/>
              </a:ln>
              <a:solidFill>
                <a:srgbClr val="262626"/>
              </a:solidFill>
              <a:latin typeface="+mn-lt"/>
            </a:endParaRPr>
          </a:p>
        </p:txBody>
      </p:sp>
      <p:pic>
        <p:nvPicPr>
          <p:cNvPr id="25" name="图片 15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">
            <a:alphaModFix amt="8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333" t="59039"/>
          <a:stretch>
            <a:fillRect/>
          </a:stretch>
        </p:blipFill>
        <p:spPr>
          <a:xfrm>
            <a:off x="7155408" y="3333502"/>
            <a:ext cx="123703" cy="2520376"/>
          </a:xfrm>
          <a:prstGeom prst="rect">
            <a:avLst/>
          </a:prstGeom>
        </p:spPr>
      </p:pic>
      <p:pic>
        <p:nvPicPr>
          <p:cNvPr id="26" name="图片 15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333" t="73015" b="6887"/>
          <a:stretch>
            <a:fillRect/>
          </a:stretch>
        </p:blipFill>
        <p:spPr>
          <a:xfrm flipV="1">
            <a:off x="7134473" y="2026687"/>
            <a:ext cx="160497" cy="1307449"/>
          </a:xfrm>
          <a:prstGeom prst="rect">
            <a:avLst/>
          </a:prstGeom>
        </p:spPr>
      </p:pic>
      <p:sp>
        <p:nvSpPr>
          <p:cNvPr id="27" name="图形 1" descr="未标题-1 [已恢复]"/>
          <p:cNvSpPr/>
          <p:nvPr>
            <p:custDataLst>
              <p:tags r:id="rId17"/>
            </p:custDataLst>
          </p:nvPr>
        </p:nvSpPr>
        <p:spPr>
          <a:xfrm>
            <a:off x="4982670" y="1832568"/>
            <a:ext cx="2242519" cy="1520599"/>
          </a:xfrm>
          <a:custGeom>
            <a:avLst/>
            <a:gdLst>
              <a:gd name="connsiteX0" fmla="*/ -98 w 1821751"/>
              <a:gd name="connsiteY0" fmla="*/ 1311944 h 1312164"/>
              <a:gd name="connsiteX1" fmla="*/ -98 w 1821751"/>
              <a:gd name="connsiteY1" fmla="*/ 118747 h 1312164"/>
              <a:gd name="connsiteX2" fmla="*/ 118869 w 1821751"/>
              <a:gd name="connsiteY2" fmla="*/ -221 h 1312164"/>
              <a:gd name="connsiteX3" fmla="*/ 717420 w 1821751"/>
              <a:gd name="connsiteY3" fmla="*/ -221 h 1312164"/>
              <a:gd name="connsiteX4" fmla="*/ 812670 w 1821751"/>
              <a:gd name="connsiteY4" fmla="*/ 39118 h 1312164"/>
              <a:gd name="connsiteX5" fmla="*/ 888870 w 1821751"/>
              <a:gd name="connsiteY5" fmla="*/ 115318 h 1312164"/>
              <a:gd name="connsiteX6" fmla="*/ 933161 w 1821751"/>
              <a:gd name="connsiteY6" fmla="*/ 133606 h 1312164"/>
              <a:gd name="connsiteX7" fmla="*/ 1698971 w 1821751"/>
              <a:gd name="connsiteY7" fmla="*/ 133606 h 1312164"/>
              <a:gd name="connsiteX8" fmla="*/ 1821653 w 1821751"/>
              <a:gd name="connsiteY8" fmla="*/ 256288 h 1312164"/>
              <a:gd name="connsiteX9" fmla="*/ 1821653 w 1821751"/>
              <a:gd name="connsiteY9" fmla="*/ 1311944 h 1312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1751" h="1312164">
                <a:moveTo>
                  <a:pt x="-98" y="1311944"/>
                </a:moveTo>
                <a:lnTo>
                  <a:pt x="-98" y="118747"/>
                </a:lnTo>
                <a:cubicBezTo>
                  <a:pt x="-98" y="53043"/>
                  <a:pt x="53165" y="-221"/>
                  <a:pt x="118869" y="-221"/>
                </a:cubicBezTo>
                <a:lnTo>
                  <a:pt x="717420" y="-221"/>
                </a:lnTo>
                <a:cubicBezTo>
                  <a:pt x="753129" y="-268"/>
                  <a:pt x="787400" y="13886"/>
                  <a:pt x="812670" y="39118"/>
                </a:cubicBezTo>
                <a:lnTo>
                  <a:pt x="888870" y="115318"/>
                </a:lnTo>
                <a:cubicBezTo>
                  <a:pt x="900643" y="127024"/>
                  <a:pt x="916559" y="133596"/>
                  <a:pt x="933161" y="133606"/>
                </a:cubicBezTo>
                <a:lnTo>
                  <a:pt x="1698971" y="133606"/>
                </a:lnTo>
                <a:cubicBezTo>
                  <a:pt x="1766723" y="133606"/>
                  <a:pt x="1821653" y="188536"/>
                  <a:pt x="1821653" y="256288"/>
                </a:cubicBezTo>
                <a:lnTo>
                  <a:pt x="1821653" y="1311944"/>
                </a:lnTo>
                <a:close/>
              </a:path>
            </a:pathLst>
          </a:custGeom>
          <a:solidFill>
            <a:schemeClr val="accent3"/>
          </a:solidFill>
          <a:ln w="317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none" lIns="154305" tIns="530860" rIns="238760" bIns="168275" numCol="1" spcCol="0" rtlCol="0" fromWordArt="0" anchor="ctr" anchorCtr="0" forceAA="0" compatLnSpc="1">
            <a:normAutofit fontScale="9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5400" b="1">
                <a:solidFill>
                  <a:srgbClr val="FFFFFF"/>
                </a:solidFill>
                <a:latin typeface="+mn-ea"/>
              </a:rPr>
              <a:t>03</a:t>
            </a:r>
            <a:endParaRPr lang="en-US" sz="5400" b="1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28" name="图片 15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">
            <a:alphaModFix amt="30000"/>
          </a:blip>
          <a:srcRect l="-15650" t="21046" r="2867" b="15144"/>
          <a:stretch>
            <a:fillRect/>
          </a:stretch>
        </p:blipFill>
        <p:spPr>
          <a:xfrm rot="16200000">
            <a:off x="6010359" y="2227785"/>
            <a:ext cx="187141" cy="2234272"/>
          </a:xfrm>
          <a:prstGeom prst="rect">
            <a:avLst/>
          </a:prstGeom>
        </p:spPr>
      </p:pic>
      <p:sp>
        <p:nvSpPr>
          <p:cNvPr id="29" name="圆角矩形 160"/>
          <p:cNvSpPr/>
          <p:nvPr>
            <p:custDataLst>
              <p:tags r:id="rId19"/>
            </p:custDataLst>
          </p:nvPr>
        </p:nvSpPr>
        <p:spPr>
          <a:xfrm>
            <a:off x="4982670" y="3320180"/>
            <a:ext cx="2238713" cy="2519742"/>
          </a:xfrm>
          <a:prstGeom prst="roundRect">
            <a:avLst>
              <a:gd name="adj" fmla="val 805"/>
            </a:avLst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0" name="矩形 8"/>
          <p:cNvSpPr/>
          <p:nvPr>
            <p:custDataLst>
              <p:tags r:id="rId20"/>
            </p:custDataLst>
          </p:nvPr>
        </p:nvSpPr>
        <p:spPr>
          <a:xfrm>
            <a:off x="5389305" y="3490193"/>
            <a:ext cx="1639228" cy="3812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kern="0">
                <a:solidFill>
                  <a:schemeClr val="accent3"/>
                </a:solidFill>
                <a:latin typeface="+mj-lt"/>
              </a:rPr>
              <a:t>Your title here</a:t>
            </a:r>
            <a:endParaRPr lang="en-US" sz="2000" b="1" kern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1" name="矩形 10"/>
          <p:cNvSpPr/>
          <p:nvPr>
            <p:custDataLst>
              <p:tags r:id="rId21"/>
            </p:custDataLst>
          </p:nvPr>
        </p:nvSpPr>
        <p:spPr>
          <a:xfrm>
            <a:off x="5383595" y="3946309"/>
            <a:ext cx="1649378" cy="163669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kern="0" dirty="0">
                <a:ln>
                  <a:noFill/>
                  <a:prstDash val="sysDot"/>
                </a:ln>
                <a:solidFill>
                  <a:srgbClr val="262626"/>
                </a:solidFill>
                <a:latin typeface="+mn-lt"/>
              </a:rPr>
              <a:t>•  NEM ID Mapping: Deterministic alphabetical mapping (Node_01 -&gt; NEM 1).</a:t>
            </a:r>
            <a:endParaRPr lang="en-US" sz="1400" kern="0" dirty="0">
              <a:ln>
                <a:noFill/>
                <a:prstDash val="sysDot"/>
              </a:ln>
              <a:solidFill>
                <a:srgbClr val="262626"/>
              </a:solidFill>
              <a:latin typeface="+mn-lt"/>
            </a:endParaRPr>
          </a:p>
        </p:txBody>
      </p:sp>
      <p:pic>
        <p:nvPicPr>
          <p:cNvPr id="32" name="图片 13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">
            <a:alphaModFix amt="8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333" t="59039"/>
          <a:stretch>
            <a:fillRect/>
          </a:stretch>
        </p:blipFill>
        <p:spPr>
          <a:xfrm>
            <a:off x="5030882" y="3333502"/>
            <a:ext cx="123703" cy="2520376"/>
          </a:xfrm>
          <a:prstGeom prst="rect">
            <a:avLst/>
          </a:prstGeom>
        </p:spPr>
      </p:pic>
      <p:pic>
        <p:nvPicPr>
          <p:cNvPr id="33" name="图片 131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333" t="73015" b="6887"/>
          <a:stretch>
            <a:fillRect/>
          </a:stretch>
        </p:blipFill>
        <p:spPr>
          <a:xfrm flipV="1">
            <a:off x="5009948" y="2026687"/>
            <a:ext cx="160497" cy="1307449"/>
          </a:xfrm>
          <a:prstGeom prst="rect">
            <a:avLst/>
          </a:prstGeom>
        </p:spPr>
      </p:pic>
      <p:sp>
        <p:nvSpPr>
          <p:cNvPr id="34" name="图形 1" descr="未标题-1 [已恢复]"/>
          <p:cNvSpPr/>
          <p:nvPr>
            <p:custDataLst>
              <p:tags r:id="rId24"/>
            </p:custDataLst>
          </p:nvPr>
        </p:nvSpPr>
        <p:spPr>
          <a:xfrm>
            <a:off x="2858145" y="1832568"/>
            <a:ext cx="2242519" cy="1520599"/>
          </a:xfrm>
          <a:custGeom>
            <a:avLst/>
            <a:gdLst>
              <a:gd name="connsiteX0" fmla="*/ -98 w 1821751"/>
              <a:gd name="connsiteY0" fmla="*/ 1311944 h 1312164"/>
              <a:gd name="connsiteX1" fmla="*/ -98 w 1821751"/>
              <a:gd name="connsiteY1" fmla="*/ 118747 h 1312164"/>
              <a:gd name="connsiteX2" fmla="*/ 118869 w 1821751"/>
              <a:gd name="connsiteY2" fmla="*/ -221 h 1312164"/>
              <a:gd name="connsiteX3" fmla="*/ 717420 w 1821751"/>
              <a:gd name="connsiteY3" fmla="*/ -221 h 1312164"/>
              <a:gd name="connsiteX4" fmla="*/ 812670 w 1821751"/>
              <a:gd name="connsiteY4" fmla="*/ 39118 h 1312164"/>
              <a:gd name="connsiteX5" fmla="*/ 888870 w 1821751"/>
              <a:gd name="connsiteY5" fmla="*/ 115318 h 1312164"/>
              <a:gd name="connsiteX6" fmla="*/ 933161 w 1821751"/>
              <a:gd name="connsiteY6" fmla="*/ 133606 h 1312164"/>
              <a:gd name="connsiteX7" fmla="*/ 1698971 w 1821751"/>
              <a:gd name="connsiteY7" fmla="*/ 133606 h 1312164"/>
              <a:gd name="connsiteX8" fmla="*/ 1821653 w 1821751"/>
              <a:gd name="connsiteY8" fmla="*/ 256288 h 1312164"/>
              <a:gd name="connsiteX9" fmla="*/ 1821653 w 1821751"/>
              <a:gd name="connsiteY9" fmla="*/ 1311944 h 1312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1751" h="1312164">
                <a:moveTo>
                  <a:pt x="-98" y="1311944"/>
                </a:moveTo>
                <a:lnTo>
                  <a:pt x="-98" y="118747"/>
                </a:lnTo>
                <a:cubicBezTo>
                  <a:pt x="-98" y="53043"/>
                  <a:pt x="53165" y="-221"/>
                  <a:pt x="118869" y="-221"/>
                </a:cubicBezTo>
                <a:lnTo>
                  <a:pt x="717420" y="-221"/>
                </a:lnTo>
                <a:cubicBezTo>
                  <a:pt x="753129" y="-268"/>
                  <a:pt x="787400" y="13886"/>
                  <a:pt x="812670" y="39118"/>
                </a:cubicBezTo>
                <a:lnTo>
                  <a:pt x="888870" y="115318"/>
                </a:lnTo>
                <a:cubicBezTo>
                  <a:pt x="900643" y="127024"/>
                  <a:pt x="916559" y="133596"/>
                  <a:pt x="933161" y="133606"/>
                </a:cubicBezTo>
                <a:lnTo>
                  <a:pt x="1698971" y="133606"/>
                </a:lnTo>
                <a:cubicBezTo>
                  <a:pt x="1766723" y="133606"/>
                  <a:pt x="1821653" y="188536"/>
                  <a:pt x="1821653" y="256288"/>
                </a:cubicBezTo>
                <a:lnTo>
                  <a:pt x="1821653" y="131194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317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none" lIns="154305" tIns="530860" rIns="238760" bIns="168275" numCol="1" spcCol="0" rtlCol="0" fromWordArt="0" anchor="ctr" anchorCtr="0" forceAA="0" compatLnSpc="1">
            <a:normAutofit fontScale="9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5400" b="1" dirty="0">
                <a:solidFill>
                  <a:srgbClr val="FFFFFF"/>
                </a:solidFill>
                <a:latin typeface="+mn-ea"/>
              </a:rPr>
              <a:t>02</a:t>
            </a:r>
            <a:endParaRPr lang="en-US" sz="5400" b="1" dirty="0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35" name="图片 133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4">
            <a:alphaModFix amt="30000"/>
          </a:blip>
          <a:srcRect l="-15650" t="21046" r="2867" b="15144"/>
          <a:stretch>
            <a:fillRect/>
          </a:stretch>
        </p:blipFill>
        <p:spPr>
          <a:xfrm rot="16200000">
            <a:off x="3885834" y="2227785"/>
            <a:ext cx="187141" cy="2234272"/>
          </a:xfrm>
          <a:prstGeom prst="rect">
            <a:avLst/>
          </a:prstGeom>
        </p:spPr>
      </p:pic>
      <p:sp>
        <p:nvSpPr>
          <p:cNvPr id="36" name="圆角矩形 134"/>
          <p:cNvSpPr/>
          <p:nvPr>
            <p:custDataLst>
              <p:tags r:id="rId26"/>
            </p:custDataLst>
          </p:nvPr>
        </p:nvSpPr>
        <p:spPr>
          <a:xfrm>
            <a:off x="2858145" y="3320180"/>
            <a:ext cx="2238713" cy="2519742"/>
          </a:xfrm>
          <a:prstGeom prst="roundRect">
            <a:avLst>
              <a:gd name="adj" fmla="val 805"/>
            </a:avLst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7" name="矩形 11"/>
          <p:cNvSpPr/>
          <p:nvPr>
            <p:custDataLst>
              <p:tags r:id="rId27"/>
            </p:custDataLst>
          </p:nvPr>
        </p:nvSpPr>
        <p:spPr>
          <a:xfrm>
            <a:off x="3264780" y="3490193"/>
            <a:ext cx="1639228" cy="3812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kern="0">
                <a:solidFill>
                  <a:schemeClr val="accent2"/>
                </a:solidFill>
                <a:latin typeface="+mj-lt"/>
              </a:rPr>
              <a:t>Your title here</a:t>
            </a:r>
            <a:endParaRPr lang="en-US" sz="2000" b="1" kern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38" name="矩形 13"/>
          <p:cNvSpPr/>
          <p:nvPr>
            <p:custDataLst>
              <p:tags r:id="rId28"/>
            </p:custDataLst>
          </p:nvPr>
        </p:nvSpPr>
        <p:spPr>
          <a:xfrm>
            <a:off x="3259070" y="3946309"/>
            <a:ext cx="1649378" cy="163669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kern="0" dirty="0">
                <a:ln>
                  <a:noFill/>
                  <a:prstDash val="sysDot"/>
                </a:ln>
                <a:solidFill>
                  <a:srgbClr val="262626"/>
                </a:solidFill>
                <a:latin typeface="+mn-lt"/>
              </a:rPr>
              <a:t>•  Schedule Adapter (schedule_adapter.py): Converts ScheduleResult into official EMANE XML.</a:t>
            </a:r>
            <a:endParaRPr lang="en-US" sz="1400" kern="0" dirty="0">
              <a:ln>
                <a:noFill/>
                <a:prstDash val="sysDot"/>
              </a:ln>
              <a:solidFill>
                <a:srgbClr val="262626"/>
              </a:solidFill>
              <a:latin typeface="+mn-lt"/>
            </a:endParaRPr>
          </a:p>
        </p:txBody>
      </p:sp>
      <p:pic>
        <p:nvPicPr>
          <p:cNvPr id="39" name="图片 166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4">
            <a:alphaModFix amt="8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333" t="59039"/>
          <a:stretch>
            <a:fillRect/>
          </a:stretch>
        </p:blipFill>
        <p:spPr>
          <a:xfrm>
            <a:off x="2906357" y="3333502"/>
            <a:ext cx="123703" cy="2520376"/>
          </a:xfrm>
          <a:prstGeom prst="rect">
            <a:avLst/>
          </a:prstGeom>
        </p:spPr>
      </p:pic>
      <p:pic>
        <p:nvPicPr>
          <p:cNvPr id="40" name="图片 167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333" t="73015" b="6887"/>
          <a:stretch>
            <a:fillRect/>
          </a:stretch>
        </p:blipFill>
        <p:spPr>
          <a:xfrm flipV="1">
            <a:off x="2885423" y="2026687"/>
            <a:ext cx="160497" cy="1307449"/>
          </a:xfrm>
          <a:prstGeom prst="rect">
            <a:avLst/>
          </a:prstGeom>
        </p:spPr>
      </p:pic>
      <p:sp>
        <p:nvSpPr>
          <p:cNvPr id="41" name="图形 1" descr="未标题-1 [已恢复]"/>
          <p:cNvSpPr/>
          <p:nvPr>
            <p:custDataLst>
              <p:tags r:id="rId31"/>
            </p:custDataLst>
          </p:nvPr>
        </p:nvSpPr>
        <p:spPr>
          <a:xfrm>
            <a:off x="733619" y="1832568"/>
            <a:ext cx="2242519" cy="1520599"/>
          </a:xfrm>
          <a:custGeom>
            <a:avLst/>
            <a:gdLst>
              <a:gd name="connsiteX0" fmla="*/ -98 w 1821751"/>
              <a:gd name="connsiteY0" fmla="*/ 1311944 h 1312164"/>
              <a:gd name="connsiteX1" fmla="*/ -98 w 1821751"/>
              <a:gd name="connsiteY1" fmla="*/ 118747 h 1312164"/>
              <a:gd name="connsiteX2" fmla="*/ 118869 w 1821751"/>
              <a:gd name="connsiteY2" fmla="*/ -221 h 1312164"/>
              <a:gd name="connsiteX3" fmla="*/ 717420 w 1821751"/>
              <a:gd name="connsiteY3" fmla="*/ -221 h 1312164"/>
              <a:gd name="connsiteX4" fmla="*/ 812670 w 1821751"/>
              <a:gd name="connsiteY4" fmla="*/ 39118 h 1312164"/>
              <a:gd name="connsiteX5" fmla="*/ 888870 w 1821751"/>
              <a:gd name="connsiteY5" fmla="*/ 115318 h 1312164"/>
              <a:gd name="connsiteX6" fmla="*/ 933161 w 1821751"/>
              <a:gd name="connsiteY6" fmla="*/ 133606 h 1312164"/>
              <a:gd name="connsiteX7" fmla="*/ 1698971 w 1821751"/>
              <a:gd name="connsiteY7" fmla="*/ 133606 h 1312164"/>
              <a:gd name="connsiteX8" fmla="*/ 1821653 w 1821751"/>
              <a:gd name="connsiteY8" fmla="*/ 256288 h 1312164"/>
              <a:gd name="connsiteX9" fmla="*/ 1821653 w 1821751"/>
              <a:gd name="connsiteY9" fmla="*/ 1311944 h 1312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1751" h="1312164">
                <a:moveTo>
                  <a:pt x="-98" y="1311944"/>
                </a:moveTo>
                <a:lnTo>
                  <a:pt x="-98" y="118747"/>
                </a:lnTo>
                <a:cubicBezTo>
                  <a:pt x="-98" y="53043"/>
                  <a:pt x="53165" y="-221"/>
                  <a:pt x="118869" y="-221"/>
                </a:cubicBezTo>
                <a:lnTo>
                  <a:pt x="717420" y="-221"/>
                </a:lnTo>
                <a:cubicBezTo>
                  <a:pt x="753129" y="-268"/>
                  <a:pt x="787400" y="13886"/>
                  <a:pt x="812670" y="39118"/>
                </a:cubicBezTo>
                <a:lnTo>
                  <a:pt x="888870" y="115318"/>
                </a:lnTo>
                <a:cubicBezTo>
                  <a:pt x="900643" y="127024"/>
                  <a:pt x="916559" y="133596"/>
                  <a:pt x="933161" y="133606"/>
                </a:cubicBezTo>
                <a:lnTo>
                  <a:pt x="1698971" y="133606"/>
                </a:lnTo>
                <a:cubicBezTo>
                  <a:pt x="1766723" y="133606"/>
                  <a:pt x="1821653" y="188536"/>
                  <a:pt x="1821653" y="256288"/>
                </a:cubicBezTo>
                <a:lnTo>
                  <a:pt x="1821653" y="1311944"/>
                </a:lnTo>
                <a:close/>
              </a:path>
            </a:pathLst>
          </a:custGeom>
          <a:solidFill>
            <a:schemeClr val="accent1"/>
          </a:solidFill>
          <a:ln w="317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none" lIns="154305" tIns="530860" rIns="238760" bIns="168275" numCol="1" spcCol="0" rtlCol="0" fromWordArt="0" anchor="ctr" anchorCtr="0" forceAA="0" compatLnSpc="1">
            <a:normAutofit fontScale="9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5400" b="1" dirty="0">
                <a:solidFill>
                  <a:srgbClr val="FFFFFF"/>
                </a:solidFill>
                <a:latin typeface="+mn-ea"/>
              </a:rPr>
              <a:t>01</a:t>
            </a:r>
            <a:endParaRPr lang="en-US" sz="5400" b="1" dirty="0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42" name="图片 169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4">
            <a:alphaModFix amt="30000"/>
          </a:blip>
          <a:srcRect l="-15650" t="21046" r="2867" b="15144"/>
          <a:stretch>
            <a:fillRect/>
          </a:stretch>
        </p:blipFill>
        <p:spPr>
          <a:xfrm rot="16200000">
            <a:off x="1761308" y="2227785"/>
            <a:ext cx="187141" cy="2234272"/>
          </a:xfrm>
          <a:prstGeom prst="rect">
            <a:avLst/>
          </a:prstGeom>
        </p:spPr>
      </p:pic>
      <p:sp>
        <p:nvSpPr>
          <p:cNvPr id="43" name="圆角矩形 170"/>
          <p:cNvSpPr/>
          <p:nvPr>
            <p:custDataLst>
              <p:tags r:id="rId33"/>
            </p:custDataLst>
          </p:nvPr>
        </p:nvSpPr>
        <p:spPr>
          <a:xfrm>
            <a:off x="733619" y="3320180"/>
            <a:ext cx="2238713" cy="2519742"/>
          </a:xfrm>
          <a:prstGeom prst="roundRect">
            <a:avLst>
              <a:gd name="adj" fmla="val 805"/>
            </a:avLst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47" name="矩形 14"/>
          <p:cNvSpPr/>
          <p:nvPr>
            <p:custDataLst>
              <p:tags r:id="rId34"/>
            </p:custDataLst>
          </p:nvPr>
        </p:nvSpPr>
        <p:spPr>
          <a:xfrm>
            <a:off x="1033679" y="3490193"/>
            <a:ext cx="1639228" cy="3812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</a:rPr>
              <a:t>Your title here</a:t>
            </a:r>
            <a:endParaRPr lang="en-US" sz="2000" b="1" kern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8" name="矩形 16"/>
          <p:cNvSpPr/>
          <p:nvPr>
            <p:custDataLst>
              <p:tags r:id="rId35"/>
            </p:custDataLst>
          </p:nvPr>
        </p:nvSpPr>
        <p:spPr>
          <a:xfrm>
            <a:off x="1027970" y="3946309"/>
            <a:ext cx="1649378" cy="163669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kern="0">
                <a:ln>
                  <a:noFill/>
                  <a:prstDash val="sysDot"/>
                </a:ln>
                <a:solidFill>
                  <a:srgbClr val="262626"/>
                </a:solidFill>
                <a:latin typeface="+mn-lt"/>
              </a:rPr>
              <a:t>Integration with EMANE TDMA Radio Model</a:t>
            </a:r>
            <a:endParaRPr lang="en-US" sz="1400" kern="0">
              <a:ln>
                <a:noFill/>
                <a:prstDash val="sysDot"/>
              </a:ln>
              <a:solidFill>
                <a:srgbClr val="262626"/>
              </a:solidFill>
              <a:latin typeface="+mn-lt"/>
            </a:endParaRPr>
          </a:p>
        </p:txBody>
      </p:sp>
    </p:spTree>
    <p:custDataLst>
      <p:tags r:id="rId3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z="3800" spc="0" dirty="0">
                <a:latin typeface="+mj-lt"/>
                <a:sym typeface="+mn-ea"/>
              </a:rPr>
              <a:t>Linux Network Namespace Architecture</a:t>
            </a:r>
            <a:endParaRPr lang="en-US" sz="3800" spc="0" dirty="0">
              <a:latin typeface="+mj-lt"/>
              <a:sym typeface="+mn-ea"/>
            </a:endParaRPr>
          </a:p>
        </p:txBody>
      </p:sp>
      <p:sp>
        <p:nvSpPr>
          <p:cNvPr id="2" name="圆角矩形 8"/>
          <p:cNvSpPr/>
          <p:nvPr>
            <p:custDataLst>
              <p:tags r:id="rId2"/>
            </p:custDataLst>
          </p:nvPr>
        </p:nvSpPr>
        <p:spPr>
          <a:xfrm>
            <a:off x="5025492" y="2661819"/>
            <a:ext cx="2140724" cy="21407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 sz="160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" name="弧形 21"/>
          <p:cNvSpPr/>
          <p:nvPr>
            <p:custDataLst>
              <p:tags r:id="rId3"/>
            </p:custDataLst>
          </p:nvPr>
        </p:nvSpPr>
        <p:spPr>
          <a:xfrm>
            <a:off x="4863092" y="2499419"/>
            <a:ext cx="2465139" cy="2465139"/>
          </a:xfrm>
          <a:prstGeom prst="arc">
            <a:avLst>
              <a:gd name="adj1" fmla="val 16200000"/>
              <a:gd name="adj2" fmla="val 73219"/>
            </a:avLst>
          </a:prstGeom>
          <a:ln w="47625" cap="rnd">
            <a:gradFill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弧形 22"/>
          <p:cNvSpPr/>
          <p:nvPr>
            <p:custDataLst>
              <p:tags r:id="rId4"/>
            </p:custDataLst>
          </p:nvPr>
        </p:nvSpPr>
        <p:spPr>
          <a:xfrm flipH="1" flipV="1">
            <a:off x="4863092" y="2499419"/>
            <a:ext cx="2465139" cy="2465139"/>
          </a:xfrm>
          <a:prstGeom prst="arc">
            <a:avLst>
              <a:gd name="adj1" fmla="val 16200000"/>
              <a:gd name="adj2" fmla="val 73219"/>
            </a:avLst>
          </a:prstGeom>
          <a:ln w="47625" cap="rnd">
            <a:gradFill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圆角矩形 33"/>
          <p:cNvSpPr/>
          <p:nvPr>
            <p:custDataLst>
              <p:tags r:id="rId5"/>
            </p:custDataLst>
          </p:nvPr>
        </p:nvSpPr>
        <p:spPr>
          <a:xfrm>
            <a:off x="4297229" y="1934191"/>
            <a:ext cx="3596458" cy="359645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84000">
                  <a:schemeClr val="accent1">
                    <a:lumMod val="20000"/>
                    <a:lumOff val="80000"/>
                    <a:alpha val="0"/>
                  </a:schemeClr>
                </a:gs>
                <a:gs pos="1600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  <a:alpha val="100000"/>
                  </a:schemeClr>
                </a:gs>
                <a:gs pos="0">
                  <a:schemeClr val="accent1">
                    <a:lumMod val="40000"/>
                    <a:lumOff val="60000"/>
                    <a:alpha val="100000"/>
                  </a:schemeClr>
                </a:gs>
              </a:gsLst>
              <a:lin ang="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 sz="160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6" name="圆角矩形 1"/>
          <p:cNvSpPr/>
          <p:nvPr>
            <p:custDataLst>
              <p:tags r:id="rId6"/>
            </p:custDataLst>
          </p:nvPr>
        </p:nvSpPr>
        <p:spPr>
          <a:xfrm>
            <a:off x="5139045" y="2775372"/>
            <a:ext cx="1912910" cy="19129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66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 sz="160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7" name="矩形 26"/>
          <p:cNvSpPr/>
          <p:nvPr>
            <p:custDataLst>
              <p:tags r:id="rId7"/>
            </p:custDataLst>
          </p:nvPr>
        </p:nvSpPr>
        <p:spPr>
          <a:xfrm>
            <a:off x="989597" y="2163200"/>
            <a:ext cx="2733308" cy="9776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Preventing Host Kernel Routing Bypass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8" name="矩形: 圆角 3"/>
          <p:cNvSpPr/>
          <p:nvPr>
            <p:custDataLst>
              <p:tags r:id="rId8"/>
            </p:custDataLst>
          </p:nvPr>
        </p:nvSpPr>
        <p:spPr>
          <a:xfrm>
            <a:off x="701591" y="1648722"/>
            <a:ext cx="3021024" cy="431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0" tIns="0" bIns="0" numCol="1" spcCol="0" rtlCol="0" fromWordArt="0" anchor="ctr" anchorCtr="0" forceAA="0" compatLnSpc="1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rPr>
              <a:t>Title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9" name="矩形 28"/>
          <p:cNvSpPr/>
          <p:nvPr>
            <p:custDataLst>
              <p:tags r:id="rId9"/>
            </p:custDataLst>
          </p:nvPr>
        </p:nvSpPr>
        <p:spPr>
          <a:xfrm>
            <a:off x="8498696" y="2161297"/>
            <a:ext cx="2733309" cy="9776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Host Routing Problem: TAP devices in root namespace cause kernel to route via loopback.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0" name="矩形: 圆角 13"/>
          <p:cNvSpPr/>
          <p:nvPr>
            <p:custDataLst>
              <p:tags r:id="rId10"/>
            </p:custDataLst>
          </p:nvPr>
        </p:nvSpPr>
        <p:spPr>
          <a:xfrm flipH="1">
            <a:off x="8470784" y="1648722"/>
            <a:ext cx="3021024" cy="431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lumMod val="40000"/>
                  <a:lumOff val="60000"/>
                  <a:alpha val="100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" tIns="0" rIns="180000" bIns="0" numCol="1" spcCol="0" rtlCol="0" fromWordArt="0" anchor="ctr" anchorCtr="0" forceAA="0" compatLnSpc="1">
            <a:norm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rPr>
              <a:t>Title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11" name="矩形 30"/>
          <p:cNvSpPr/>
          <p:nvPr>
            <p:custDataLst>
              <p:tags r:id="rId11"/>
            </p:custDataLst>
          </p:nvPr>
        </p:nvSpPr>
        <p:spPr>
          <a:xfrm>
            <a:off x="981351" y="5319217"/>
            <a:ext cx="2733308" cy="9776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Traffic Flow: Forces all IP traffic through virtual TAP interface into EMANE MAC/PHY.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2" name="矩形: 圆角 17"/>
          <p:cNvSpPr/>
          <p:nvPr>
            <p:custDataLst>
              <p:tags r:id="rId12"/>
            </p:custDataLst>
          </p:nvPr>
        </p:nvSpPr>
        <p:spPr>
          <a:xfrm>
            <a:off x="693979" y="4804739"/>
            <a:ext cx="3021024" cy="431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5">
                  <a:lumMod val="40000"/>
                  <a:lumOff val="60000"/>
                  <a:alpha val="100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0" tIns="0" bIns="0" numCol="1" spcCol="0" rtlCol="0" fromWordArt="0" anchor="ctr" anchorCtr="0" forceAA="0" compatLnSpc="1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rPr>
              <a:t>Title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13" name="矩形 32"/>
          <p:cNvSpPr/>
          <p:nvPr>
            <p:custDataLst>
              <p:tags r:id="rId13"/>
            </p:custDataLst>
          </p:nvPr>
        </p:nvSpPr>
        <p:spPr>
          <a:xfrm>
            <a:off x="995307" y="3740891"/>
            <a:ext cx="2733308" cy="9776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Namespace Isolation Solution: Isolated Linux namespaces (node-1 .. node-16).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4" name="矩形: 圆角 21"/>
          <p:cNvSpPr/>
          <p:nvPr>
            <p:custDataLst>
              <p:tags r:id="rId14"/>
            </p:custDataLst>
          </p:nvPr>
        </p:nvSpPr>
        <p:spPr>
          <a:xfrm>
            <a:off x="707301" y="3226413"/>
            <a:ext cx="3021024" cy="431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3">
                  <a:lumMod val="40000"/>
                  <a:lumOff val="60000"/>
                  <a:alpha val="100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0" tIns="0" bIns="0" numCol="1" spcCol="0" rtlCol="0" fromWordArt="0" anchor="ctr" anchorCtr="0" forceAA="0" compatLnSpc="1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rPr>
              <a:t>Title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17" name="矩形 34"/>
          <p:cNvSpPr/>
          <p:nvPr>
            <p:custDataLst>
              <p:tags r:id="rId15"/>
            </p:custDataLst>
          </p:nvPr>
        </p:nvSpPr>
        <p:spPr>
          <a:xfrm>
            <a:off x="8505040" y="3738988"/>
            <a:ext cx="2733308" cy="9776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•  Interface Binding: TAP interface emaneX moved inside node-X namespace.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8" name="矩形: 圆角 23"/>
          <p:cNvSpPr/>
          <p:nvPr>
            <p:custDataLst>
              <p:tags r:id="rId16"/>
            </p:custDataLst>
          </p:nvPr>
        </p:nvSpPr>
        <p:spPr>
          <a:xfrm flipH="1">
            <a:off x="8476493" y="3226413"/>
            <a:ext cx="3021024" cy="431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4">
                  <a:lumMod val="40000"/>
                  <a:lumOff val="60000"/>
                  <a:alpha val="100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" tIns="0" rIns="180000" bIns="0" numCol="1" spcCol="0" rtlCol="0" fromWordArt="0" anchor="ctr" anchorCtr="0" forceAA="0" compatLnSpc="1">
            <a:norm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rPr>
              <a:t>Title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19" name="图形 13" descr="343435383038393b343532323232323bc8cbcec4c0edc4ee"/>
          <p:cNvSpPr/>
          <p:nvPr>
            <p:custDataLst>
              <p:tags r:id="rId17"/>
            </p:custDataLst>
          </p:nvPr>
        </p:nvSpPr>
        <p:spPr>
          <a:xfrm>
            <a:off x="5682705" y="3237832"/>
            <a:ext cx="839448" cy="839448"/>
          </a:xfrm>
          <a:custGeom>
            <a:avLst/>
            <a:gdLst>
              <a:gd name="connsiteX0" fmla="*/ 839771 w 840275"/>
              <a:gd name="connsiteY0" fmla="*/ 245078 h 840275"/>
              <a:gd name="connsiteX1" fmla="*/ 419633 w 840275"/>
              <a:gd name="connsiteY1" fmla="*/ 389957 h 840275"/>
              <a:gd name="connsiteX2" fmla="*/ -384 w 840275"/>
              <a:gd name="connsiteY2" fmla="*/ 245078 h 840275"/>
              <a:gd name="connsiteX3" fmla="*/ -384 w 840275"/>
              <a:gd name="connsiteY3" fmla="*/ 694954 h 840275"/>
              <a:gd name="connsiteX4" fmla="*/ 419754 w 840275"/>
              <a:gd name="connsiteY4" fmla="*/ 839891 h 840275"/>
              <a:gd name="connsiteX5" fmla="*/ 839891 w 840275"/>
              <a:gd name="connsiteY5" fmla="*/ 694954 h 840275"/>
              <a:gd name="connsiteX6" fmla="*/ 839891 w 840275"/>
              <a:gd name="connsiteY6" fmla="*/ 245017 h 840275"/>
              <a:gd name="connsiteX7" fmla="*/ 839771 w 840275"/>
              <a:gd name="connsiteY7" fmla="*/ 245017 h 840275"/>
              <a:gd name="connsiteX8" fmla="*/ 839771 w 840275"/>
              <a:gd name="connsiteY8" fmla="*/ 245078 h 840275"/>
              <a:gd name="connsiteX9" fmla="*/ 419754 w 840275"/>
              <a:gd name="connsiteY9" fmla="*/ 245078 h 840275"/>
              <a:gd name="connsiteX10" fmla="*/ 549758 w 840275"/>
              <a:gd name="connsiteY10" fmla="*/ 122346 h 840275"/>
              <a:gd name="connsiteX11" fmla="*/ 419754 w 840275"/>
              <a:gd name="connsiteY11" fmla="*/ -384 h 840275"/>
              <a:gd name="connsiteX12" fmla="*/ 289869 w 840275"/>
              <a:gd name="connsiteY12" fmla="*/ 122407 h 840275"/>
              <a:gd name="connsiteX13" fmla="*/ 419754 w 840275"/>
              <a:gd name="connsiteY13" fmla="*/ 245017 h 840275"/>
              <a:gd name="connsiteX14" fmla="*/ 419754 w 840275"/>
              <a:gd name="connsiteY14" fmla="*/ 245078 h 84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40275" h="840275">
                <a:moveTo>
                  <a:pt x="839771" y="245078"/>
                </a:moveTo>
                <a:cubicBezTo>
                  <a:pt x="677298" y="245078"/>
                  <a:pt x="530071" y="300295"/>
                  <a:pt x="419633" y="389957"/>
                </a:cubicBezTo>
                <a:cubicBezTo>
                  <a:pt x="309376" y="300174"/>
                  <a:pt x="162090" y="245078"/>
                  <a:pt x="-384" y="245078"/>
                </a:cubicBezTo>
                <a:lnTo>
                  <a:pt x="-384" y="694954"/>
                </a:lnTo>
                <a:cubicBezTo>
                  <a:pt x="162090" y="694954"/>
                  <a:pt x="309319" y="750169"/>
                  <a:pt x="419754" y="839891"/>
                </a:cubicBezTo>
                <a:cubicBezTo>
                  <a:pt x="530191" y="750229"/>
                  <a:pt x="677417" y="694954"/>
                  <a:pt x="839891" y="694954"/>
                </a:cubicBezTo>
                <a:lnTo>
                  <a:pt x="839891" y="245017"/>
                </a:lnTo>
                <a:lnTo>
                  <a:pt x="839771" y="245017"/>
                </a:lnTo>
                <a:lnTo>
                  <a:pt x="839771" y="245078"/>
                </a:lnTo>
                <a:moveTo>
                  <a:pt x="419754" y="245078"/>
                </a:moveTo>
                <a:cubicBezTo>
                  <a:pt x="491419" y="245078"/>
                  <a:pt x="549758" y="189985"/>
                  <a:pt x="549758" y="122346"/>
                </a:cubicBezTo>
                <a:cubicBezTo>
                  <a:pt x="549758" y="54709"/>
                  <a:pt x="491419" y="-384"/>
                  <a:pt x="419754" y="-384"/>
                </a:cubicBezTo>
                <a:cubicBezTo>
                  <a:pt x="348091" y="-384"/>
                  <a:pt x="289869" y="54828"/>
                  <a:pt x="289869" y="122407"/>
                </a:cubicBezTo>
                <a:cubicBezTo>
                  <a:pt x="289869" y="190045"/>
                  <a:pt x="348031" y="245017"/>
                  <a:pt x="419754" y="245017"/>
                </a:cubicBezTo>
                <a:lnTo>
                  <a:pt x="419754" y="245078"/>
                </a:lnTo>
              </a:path>
            </a:pathLst>
          </a:custGeom>
          <a:solidFill>
            <a:schemeClr val="lt1">
              <a:lumMod val="100000"/>
            </a:schemeClr>
          </a:solidFill>
          <a:ln w="1191" cap="flat">
            <a:noFill/>
            <a:prstDash val="solid"/>
            <a:miter/>
          </a:ln>
          <a:effectLst>
            <a:outerShdw blurRad="190500" dist="38100" dir="27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EMANE Event Service &amp; Inspection</a:t>
            </a:r>
            <a:endParaRPr lang="en-US" spc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cxnSp>
        <p:nvCxnSpPr>
          <p:cNvPr id="6" name="直接连接符 3"/>
          <p:cNvCxnSpPr/>
          <p:nvPr>
            <p:custDataLst>
              <p:tags r:id="rId2"/>
            </p:custDataLst>
          </p:nvPr>
        </p:nvCxnSpPr>
        <p:spPr>
          <a:xfrm>
            <a:off x="1281788" y="2284576"/>
            <a:ext cx="0" cy="435865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9"/>
          <p:cNvSpPr/>
          <p:nvPr>
            <p:custDataLst>
              <p:tags r:id="rId3"/>
            </p:custDataLst>
          </p:nvPr>
        </p:nvSpPr>
        <p:spPr>
          <a:xfrm>
            <a:off x="1662408" y="1686367"/>
            <a:ext cx="9516143" cy="832064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9" name="圆角矩形 71"/>
          <p:cNvSpPr/>
          <p:nvPr>
            <p:custDataLst>
              <p:tags r:id="rId4"/>
            </p:custDataLst>
          </p:nvPr>
        </p:nvSpPr>
        <p:spPr>
          <a:xfrm flipH="1">
            <a:off x="1837494" y="1815144"/>
            <a:ext cx="1988107" cy="57537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 dirty="0">
                <a:solidFill>
                  <a:schemeClr val="lt1"/>
                </a:solidFill>
                <a:latin typeface="+mj-lt"/>
                <a:sym typeface="+mn-ea"/>
              </a:rPr>
              <a:t>Title</a:t>
            </a:r>
            <a:endParaRPr lang="en-US" sz="1600" b="1" dirty="0">
              <a:solidFill>
                <a:schemeClr val="lt1"/>
              </a:solidFill>
              <a:latin typeface="+mj-lt"/>
              <a:sym typeface="+mn-ea"/>
            </a:endParaRPr>
          </a:p>
        </p:txBody>
      </p:sp>
      <p:sp>
        <p:nvSpPr>
          <p:cNvPr id="11" name="矩形 1"/>
          <p:cNvSpPr/>
          <p:nvPr>
            <p:custDataLst>
              <p:tags r:id="rId5"/>
            </p:custDataLst>
          </p:nvPr>
        </p:nvSpPr>
        <p:spPr>
          <a:xfrm>
            <a:off x="4095206" y="1754245"/>
            <a:ext cx="6795227" cy="69644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Multicast Schedule Injection &amp; Monitoring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3" name="序号"/>
          <p:cNvSpPr/>
          <p:nvPr>
            <p:custDataLst>
              <p:tags r:id="rId6"/>
            </p:custDataLst>
          </p:nvPr>
        </p:nvSpPr>
        <p:spPr>
          <a:xfrm>
            <a:off x="1013451" y="1748535"/>
            <a:ext cx="535865" cy="535865"/>
          </a:xfrm>
          <a:prstGeom prst="ellipse">
            <a:avLst/>
          </a:prstGeom>
          <a:solidFill>
            <a:schemeClr val="tx1">
              <a:lumMod val="75000"/>
              <a:lumOff val="25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lt"/>
              </a:rPr>
              <a:t>1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sym typeface="+mn-lt"/>
            </a:endParaRPr>
          </a:p>
        </p:txBody>
      </p:sp>
      <p:sp>
        <p:nvSpPr>
          <p:cNvPr id="77" name="圆角矩形 9"/>
          <p:cNvSpPr/>
          <p:nvPr>
            <p:custDataLst>
              <p:tags r:id="rId7"/>
            </p:custDataLst>
          </p:nvPr>
        </p:nvSpPr>
        <p:spPr>
          <a:xfrm>
            <a:off x="1662408" y="2636649"/>
            <a:ext cx="9516143" cy="832064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79" name="圆角矩形 78"/>
          <p:cNvSpPr/>
          <p:nvPr>
            <p:custDataLst>
              <p:tags r:id="rId8"/>
            </p:custDataLst>
          </p:nvPr>
        </p:nvSpPr>
        <p:spPr>
          <a:xfrm flipH="1">
            <a:off x="1837494" y="2765426"/>
            <a:ext cx="1988107" cy="57537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latin typeface="+mj-lt"/>
                <a:sym typeface="+mn-ea"/>
              </a:rPr>
              <a:t>Title</a:t>
            </a:r>
            <a:endParaRPr lang="en-US" sz="1600" b="1">
              <a:solidFill>
                <a:schemeClr val="lt1"/>
              </a:solidFill>
              <a:latin typeface="+mj-lt"/>
              <a:sym typeface="+mn-ea"/>
            </a:endParaRPr>
          </a:p>
        </p:txBody>
      </p:sp>
      <p:sp>
        <p:nvSpPr>
          <p:cNvPr id="19" name="矩形 2"/>
          <p:cNvSpPr/>
          <p:nvPr>
            <p:custDataLst>
              <p:tags r:id="rId9"/>
            </p:custDataLst>
          </p:nvPr>
        </p:nvSpPr>
        <p:spPr>
          <a:xfrm>
            <a:off x="4095206" y="2704527"/>
            <a:ext cx="6795227" cy="69644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 Event Injection: emaneevent-tdmaschedule tdma-schedule.xml -i lo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1" name="序号"/>
          <p:cNvSpPr/>
          <p:nvPr>
            <p:custDataLst>
              <p:tags r:id="rId10"/>
            </p:custDataLst>
          </p:nvPr>
        </p:nvSpPr>
        <p:spPr>
          <a:xfrm>
            <a:off x="1013451" y="2720386"/>
            <a:ext cx="535865" cy="535865"/>
          </a:xfrm>
          <a:prstGeom prst="ellipse">
            <a:avLst/>
          </a:prstGeom>
          <a:solidFill>
            <a:schemeClr val="tx1">
              <a:lumMod val="75000"/>
              <a:lumOff val="25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sym typeface="+mn-lt"/>
              </a:rPr>
              <a:t>2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sym typeface="+mn-lt"/>
            </a:endParaRPr>
          </a:p>
        </p:txBody>
      </p:sp>
      <p:sp>
        <p:nvSpPr>
          <p:cNvPr id="83" name="圆角矩形 9"/>
          <p:cNvSpPr/>
          <p:nvPr>
            <p:custDataLst>
              <p:tags r:id="rId11"/>
            </p:custDataLst>
          </p:nvPr>
        </p:nvSpPr>
        <p:spPr>
          <a:xfrm>
            <a:off x="1662408" y="3586931"/>
            <a:ext cx="9516143" cy="832064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85" name="圆角矩形 84"/>
          <p:cNvSpPr/>
          <p:nvPr>
            <p:custDataLst>
              <p:tags r:id="rId12"/>
            </p:custDataLst>
          </p:nvPr>
        </p:nvSpPr>
        <p:spPr>
          <a:xfrm flipH="1">
            <a:off x="1837494" y="3715074"/>
            <a:ext cx="1988107" cy="57537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latin typeface="+mj-lt"/>
                <a:sym typeface="+mn-ea"/>
              </a:rPr>
              <a:t>Title</a:t>
            </a:r>
            <a:endParaRPr lang="en-US" sz="1600" b="1">
              <a:solidFill>
                <a:schemeClr val="lt1"/>
              </a:solidFill>
              <a:latin typeface="+mj-lt"/>
              <a:sym typeface="+mn-ea"/>
            </a:endParaRPr>
          </a:p>
        </p:txBody>
      </p:sp>
      <p:sp>
        <p:nvSpPr>
          <p:cNvPr id="22" name="矩形 9"/>
          <p:cNvSpPr/>
          <p:nvPr>
            <p:custDataLst>
              <p:tags r:id="rId13"/>
            </p:custDataLst>
          </p:nvPr>
        </p:nvSpPr>
        <p:spPr>
          <a:xfrm>
            <a:off x="4095206" y="3654809"/>
            <a:ext cx="6795227" cy="69644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 Event Type: TDMAScheduleEvent (Event ID 102) broadcast over multicast.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3" name="序号"/>
          <p:cNvSpPr/>
          <p:nvPr>
            <p:custDataLst>
              <p:tags r:id="rId14"/>
            </p:custDataLst>
          </p:nvPr>
        </p:nvSpPr>
        <p:spPr>
          <a:xfrm>
            <a:off x="1013451" y="3692236"/>
            <a:ext cx="535865" cy="535865"/>
          </a:xfrm>
          <a:prstGeom prst="ellipse">
            <a:avLst/>
          </a:prstGeom>
          <a:solidFill>
            <a:schemeClr val="tx1">
              <a:lumMod val="75000"/>
              <a:lumOff val="25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sym typeface="+mn-lt"/>
              </a:rPr>
              <a:t>3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sym typeface="+mn-lt"/>
            </a:endParaRPr>
          </a:p>
        </p:txBody>
      </p:sp>
      <p:sp>
        <p:nvSpPr>
          <p:cNvPr id="89" name="圆角矩形 9"/>
          <p:cNvSpPr/>
          <p:nvPr>
            <p:custDataLst>
              <p:tags r:id="rId15"/>
            </p:custDataLst>
          </p:nvPr>
        </p:nvSpPr>
        <p:spPr>
          <a:xfrm>
            <a:off x="1662408" y="4537214"/>
            <a:ext cx="9516143" cy="832064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91" name="圆角矩形 90"/>
          <p:cNvSpPr/>
          <p:nvPr>
            <p:custDataLst>
              <p:tags r:id="rId16"/>
            </p:custDataLst>
          </p:nvPr>
        </p:nvSpPr>
        <p:spPr>
          <a:xfrm flipH="1">
            <a:off x="1837494" y="4665356"/>
            <a:ext cx="1988107" cy="57537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latin typeface="+mj-lt"/>
                <a:sym typeface="+mn-ea"/>
              </a:rPr>
              <a:t>Title</a:t>
            </a:r>
            <a:endParaRPr lang="en-US" sz="1600" b="1">
              <a:solidFill>
                <a:schemeClr val="lt1"/>
              </a:solidFill>
              <a:latin typeface="+mj-lt"/>
              <a:sym typeface="+mn-ea"/>
            </a:endParaRPr>
          </a:p>
        </p:txBody>
      </p:sp>
      <p:sp>
        <p:nvSpPr>
          <p:cNvPr id="24" name="矩形 13"/>
          <p:cNvSpPr/>
          <p:nvPr>
            <p:custDataLst>
              <p:tags r:id="rId17"/>
            </p:custDataLst>
          </p:nvPr>
        </p:nvSpPr>
        <p:spPr>
          <a:xfrm>
            <a:off x="4095206" y="4605091"/>
            <a:ext cx="6795227" cy="69644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 Runtime Verification: emanesh localhost get table 1 mac scheduler.ScheduleInfoTable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5" name="序号"/>
          <p:cNvSpPr/>
          <p:nvPr>
            <p:custDataLst>
              <p:tags r:id="rId18"/>
            </p:custDataLst>
          </p:nvPr>
        </p:nvSpPr>
        <p:spPr>
          <a:xfrm>
            <a:off x="1013451" y="4663453"/>
            <a:ext cx="535865" cy="535865"/>
          </a:xfrm>
          <a:prstGeom prst="ellipse">
            <a:avLst/>
          </a:prstGeom>
          <a:solidFill>
            <a:schemeClr val="tx1">
              <a:lumMod val="75000"/>
              <a:lumOff val="25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sym typeface="+mn-lt"/>
              </a:rPr>
              <a:t>4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sym typeface="+mn-lt"/>
            </a:endParaRPr>
          </a:p>
        </p:txBody>
      </p:sp>
      <p:sp>
        <p:nvSpPr>
          <p:cNvPr id="95" name="圆角矩形 9"/>
          <p:cNvSpPr/>
          <p:nvPr>
            <p:custDataLst>
              <p:tags r:id="rId19"/>
            </p:custDataLst>
          </p:nvPr>
        </p:nvSpPr>
        <p:spPr>
          <a:xfrm>
            <a:off x="1662408" y="5487496"/>
            <a:ext cx="9516143" cy="832064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97" name="圆角矩形 96"/>
          <p:cNvSpPr/>
          <p:nvPr>
            <p:custDataLst>
              <p:tags r:id="rId20"/>
            </p:custDataLst>
          </p:nvPr>
        </p:nvSpPr>
        <p:spPr>
          <a:xfrm flipH="1">
            <a:off x="1837494" y="5615638"/>
            <a:ext cx="1988107" cy="575371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latin typeface="+mj-lt"/>
                <a:sym typeface="+mn-ea"/>
              </a:rPr>
              <a:t>Title</a:t>
            </a:r>
            <a:endParaRPr lang="en-US" sz="1600" b="1">
              <a:solidFill>
                <a:schemeClr val="lt1"/>
              </a:solidFill>
              <a:latin typeface="+mj-lt"/>
              <a:sym typeface="+mn-ea"/>
            </a:endParaRPr>
          </a:p>
        </p:txBody>
      </p:sp>
      <p:sp>
        <p:nvSpPr>
          <p:cNvPr id="26" name="矩形 14"/>
          <p:cNvSpPr/>
          <p:nvPr>
            <p:custDataLst>
              <p:tags r:id="rId21"/>
            </p:custDataLst>
          </p:nvPr>
        </p:nvSpPr>
        <p:spPr>
          <a:xfrm>
            <a:off x="4095206" y="5555373"/>
            <a:ext cx="6795227" cy="69644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 Traffic Testing: sudo ip netns exec node-5 iperf3 -c 10.0.0.6 -u -b 1M -t 10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7" name="序号"/>
          <p:cNvSpPr/>
          <p:nvPr>
            <p:custDataLst>
              <p:tags r:id="rId22"/>
            </p:custDataLst>
          </p:nvPr>
        </p:nvSpPr>
        <p:spPr>
          <a:xfrm>
            <a:off x="1013451" y="5635303"/>
            <a:ext cx="535865" cy="535865"/>
          </a:xfrm>
          <a:prstGeom prst="ellipse">
            <a:avLst/>
          </a:prstGeom>
          <a:solidFill>
            <a:schemeClr val="tx1">
              <a:lumMod val="75000"/>
              <a:lumOff val="25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sym typeface="+mn-lt"/>
              </a:rPr>
              <a:t>5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sym typeface="+mn-lt"/>
            </a:endParaRPr>
          </a:p>
        </p:txBody>
      </p:sp>
      <p:cxnSp>
        <p:nvCxnSpPr>
          <p:cNvPr id="28" name="直接连接符 10"/>
          <p:cNvCxnSpPr/>
          <p:nvPr>
            <p:custDataLst>
              <p:tags r:id="rId23"/>
            </p:custDataLst>
          </p:nvPr>
        </p:nvCxnSpPr>
        <p:spPr>
          <a:xfrm>
            <a:off x="1281788" y="3255792"/>
            <a:ext cx="0" cy="435865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11"/>
          <p:cNvCxnSpPr/>
          <p:nvPr>
            <p:custDataLst>
              <p:tags r:id="rId24"/>
            </p:custDataLst>
          </p:nvPr>
        </p:nvCxnSpPr>
        <p:spPr>
          <a:xfrm>
            <a:off x="1281788" y="4227642"/>
            <a:ext cx="0" cy="435865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12"/>
          <p:cNvCxnSpPr/>
          <p:nvPr>
            <p:custDataLst>
              <p:tags r:id="rId25"/>
            </p:custDataLst>
          </p:nvPr>
        </p:nvCxnSpPr>
        <p:spPr>
          <a:xfrm>
            <a:off x="1281788" y="5199493"/>
            <a:ext cx="0" cy="435865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 fontScale="90000"/>
          </a:bodyPr>
          <a:lstStyle/>
          <a:p>
            <a:r>
              <a:rPr lang="en-US" sz="4000" spc="0" dirty="0">
                <a:latin typeface="+mj-lt"/>
              </a:rPr>
              <a:t>Software Quality &amp; Automated Test Suite 113 / 113 Tests Passing (0.29s)</a:t>
            </a:r>
            <a:endParaRPr lang="en-US" sz="4000" spc="0" dirty="0">
              <a:latin typeface="+mj-lt"/>
            </a:endParaRPr>
          </a:p>
        </p:txBody>
      </p:sp>
      <p:sp>
        <p:nvSpPr>
          <p:cNvPr id="3" name="Freeform 5"/>
          <p:cNvSpPr/>
          <p:nvPr>
            <p:custDataLst>
              <p:tags r:id="rId2"/>
            </p:custDataLst>
          </p:nvPr>
        </p:nvSpPr>
        <p:spPr bwMode="auto">
          <a:xfrm>
            <a:off x="5360485" y="5000574"/>
            <a:ext cx="1284536" cy="1233788"/>
          </a:xfrm>
          <a:custGeom>
            <a:avLst/>
            <a:gdLst>
              <a:gd name="T0" fmla="*/ 625 w 810"/>
              <a:gd name="T1" fmla="*/ 0 h 778"/>
              <a:gd name="T2" fmla="*/ 810 w 810"/>
              <a:gd name="T3" fmla="*/ 626 h 778"/>
              <a:gd name="T4" fmla="*/ 186 w 810"/>
              <a:gd name="T5" fmla="*/ 778 h 778"/>
              <a:gd name="T6" fmla="*/ 0 w 810"/>
              <a:gd name="T7" fmla="*/ 150 h 778"/>
              <a:gd name="T8" fmla="*/ 625 w 810"/>
              <a:gd name="T9" fmla="*/ 0 h 7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0" h="778">
                <a:moveTo>
                  <a:pt x="625" y="0"/>
                </a:moveTo>
                <a:lnTo>
                  <a:pt x="810" y="626"/>
                </a:lnTo>
                <a:lnTo>
                  <a:pt x="186" y="778"/>
                </a:lnTo>
                <a:lnTo>
                  <a:pt x="0" y="150"/>
                </a:lnTo>
                <a:lnTo>
                  <a:pt x="625" y="0"/>
                </a:lnTo>
                <a:close/>
              </a:path>
            </a:pathLst>
          </a:custGeom>
          <a:gradFill>
            <a:gsLst>
              <a:gs pos="0">
                <a:schemeClr val="accent4">
                  <a:alpha val="100000"/>
                </a:schemeClr>
              </a:gs>
              <a:gs pos="100000">
                <a:schemeClr val="accent4">
                  <a:lumMod val="70000"/>
                  <a:lumOff val="30000"/>
                  <a:alpha val="100000"/>
                </a:schemeClr>
              </a:gs>
            </a:gsLst>
            <a:lin ang="20220000" scaled="0"/>
          </a:gradFill>
          <a:ln>
            <a:noFill/>
          </a:ln>
        </p:spPr>
        <p:txBody>
          <a:bodyPr vert="horz" wrap="square" lIns="91439" tIns="45719" rIns="91439" bIns="45719" numCol="1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7" name="Freeform 6"/>
          <p:cNvSpPr/>
          <p:nvPr>
            <p:custDataLst>
              <p:tags r:id="rId3"/>
            </p:custDataLst>
          </p:nvPr>
        </p:nvSpPr>
        <p:spPr bwMode="auto">
          <a:xfrm>
            <a:off x="6348784" y="4729711"/>
            <a:ext cx="515717" cy="1263602"/>
          </a:xfrm>
          <a:custGeom>
            <a:avLst/>
            <a:gdLst>
              <a:gd name="T0" fmla="*/ 0 w 325"/>
              <a:gd name="T1" fmla="*/ 171 h 797"/>
              <a:gd name="T2" fmla="*/ 140 w 325"/>
              <a:gd name="T3" fmla="*/ 0 h 797"/>
              <a:gd name="T4" fmla="*/ 325 w 325"/>
              <a:gd name="T5" fmla="*/ 626 h 797"/>
              <a:gd name="T6" fmla="*/ 185 w 325"/>
              <a:gd name="T7" fmla="*/ 797 h 797"/>
              <a:gd name="T8" fmla="*/ 0 w 325"/>
              <a:gd name="T9" fmla="*/ 171 h 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5" h="797">
                <a:moveTo>
                  <a:pt x="0" y="171"/>
                </a:moveTo>
                <a:lnTo>
                  <a:pt x="140" y="0"/>
                </a:lnTo>
                <a:lnTo>
                  <a:pt x="325" y="626"/>
                </a:lnTo>
                <a:lnTo>
                  <a:pt x="185" y="797"/>
                </a:lnTo>
                <a:lnTo>
                  <a:pt x="0" y="171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70000"/>
                  <a:lumOff val="30000"/>
                  <a:alpha val="100000"/>
                </a:schemeClr>
              </a:gs>
              <a:gs pos="100000">
                <a:schemeClr val="accent4">
                  <a:lumMod val="50000"/>
                  <a:lumOff val="50000"/>
                  <a:alpha val="100000"/>
                </a:schemeClr>
              </a:gs>
            </a:gsLst>
            <a:lin ang="312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8" name="Freeform 7"/>
          <p:cNvSpPr/>
          <p:nvPr>
            <p:custDataLst>
              <p:tags r:id="rId4"/>
            </p:custDataLst>
          </p:nvPr>
        </p:nvSpPr>
        <p:spPr bwMode="auto">
          <a:xfrm>
            <a:off x="5357947" y="4736055"/>
            <a:ext cx="1213490" cy="508740"/>
          </a:xfrm>
          <a:custGeom>
            <a:avLst/>
            <a:gdLst>
              <a:gd name="T0" fmla="*/ 0 w 765"/>
              <a:gd name="T1" fmla="*/ 321 h 321"/>
              <a:gd name="T2" fmla="*/ 139 w 765"/>
              <a:gd name="T3" fmla="*/ 151 h 321"/>
              <a:gd name="T4" fmla="*/ 765 w 765"/>
              <a:gd name="T5" fmla="*/ 0 h 321"/>
              <a:gd name="T6" fmla="*/ 625 w 765"/>
              <a:gd name="T7" fmla="*/ 171 h 321"/>
              <a:gd name="T8" fmla="*/ 0 w 765"/>
              <a:gd name="T9" fmla="*/ 321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5" h="321">
                <a:moveTo>
                  <a:pt x="0" y="321"/>
                </a:moveTo>
                <a:lnTo>
                  <a:pt x="139" y="151"/>
                </a:lnTo>
                <a:lnTo>
                  <a:pt x="765" y="0"/>
                </a:lnTo>
                <a:lnTo>
                  <a:pt x="625" y="171"/>
                </a:lnTo>
                <a:lnTo>
                  <a:pt x="0" y="321"/>
                </a:lnTo>
                <a:close/>
              </a:path>
            </a:pathLst>
          </a:custGeom>
          <a:gradFill>
            <a:gsLst>
              <a:gs pos="39000">
                <a:schemeClr val="accent4">
                  <a:lumMod val="75000"/>
                  <a:alpha val="100000"/>
                </a:schemeClr>
              </a:gs>
              <a:gs pos="100000">
                <a:schemeClr val="accent4">
                  <a:alpha val="100000"/>
                </a:schemeClr>
              </a:gs>
            </a:gsLst>
            <a:lin ang="10800000" scaled="1"/>
          </a:gradFill>
          <a:ln>
            <a:noFill/>
          </a:ln>
        </p:spPr>
        <p:txBody>
          <a:bodyPr vert="horz" wrap="square" lIns="91439" tIns="45719" rIns="91439" bIns="45719" numCol="1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9" name="Freeform 8"/>
          <p:cNvSpPr/>
          <p:nvPr>
            <p:custDataLst>
              <p:tags r:id="rId5"/>
            </p:custDataLst>
          </p:nvPr>
        </p:nvSpPr>
        <p:spPr bwMode="auto">
          <a:xfrm>
            <a:off x="4881559" y="2931361"/>
            <a:ext cx="1148153" cy="1221102"/>
          </a:xfrm>
          <a:custGeom>
            <a:avLst/>
            <a:gdLst>
              <a:gd name="T0" fmla="*/ 724 w 724"/>
              <a:gd name="T1" fmla="*/ 123 h 770"/>
              <a:gd name="T2" fmla="*/ 631 w 724"/>
              <a:gd name="T3" fmla="*/ 770 h 770"/>
              <a:gd name="T4" fmla="*/ 0 w 724"/>
              <a:gd name="T5" fmla="*/ 647 h 770"/>
              <a:gd name="T6" fmla="*/ 94 w 724"/>
              <a:gd name="T7" fmla="*/ 0 h 770"/>
              <a:gd name="T8" fmla="*/ 724 w 724"/>
              <a:gd name="T9" fmla="*/ 123 h 7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4" h="770">
                <a:moveTo>
                  <a:pt x="724" y="123"/>
                </a:moveTo>
                <a:lnTo>
                  <a:pt x="631" y="770"/>
                </a:lnTo>
                <a:lnTo>
                  <a:pt x="0" y="647"/>
                </a:lnTo>
                <a:lnTo>
                  <a:pt x="94" y="0"/>
                </a:lnTo>
                <a:lnTo>
                  <a:pt x="724" y="123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70000"/>
                  <a:lumOff val="30000"/>
                  <a:alpha val="100000"/>
                </a:schemeClr>
              </a:gs>
            </a:gsLst>
            <a:lin ang="180000" scaled="0"/>
          </a:gradFill>
          <a:ln>
            <a:noFill/>
          </a:ln>
        </p:spPr>
        <p:txBody>
          <a:bodyPr vert="horz" wrap="square" lIns="91439" tIns="45719" rIns="91439" bIns="45719" numCol="1" anchor="t" anchorCtr="0" compatLnSpc="1"/>
          <a:lstStyle/>
          <a:p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Freeform 9"/>
          <p:cNvSpPr/>
          <p:nvPr>
            <p:custDataLst>
              <p:tags r:id="rId6"/>
            </p:custDataLst>
          </p:nvPr>
        </p:nvSpPr>
        <p:spPr bwMode="auto">
          <a:xfrm>
            <a:off x="5879374" y="2972593"/>
            <a:ext cx="461798" cy="1179870"/>
          </a:xfrm>
          <a:custGeom>
            <a:avLst/>
            <a:gdLst>
              <a:gd name="T0" fmla="*/ 93 w 291"/>
              <a:gd name="T1" fmla="*/ 97 h 744"/>
              <a:gd name="T2" fmla="*/ 291 w 291"/>
              <a:gd name="T3" fmla="*/ 0 h 744"/>
              <a:gd name="T4" fmla="*/ 198 w 291"/>
              <a:gd name="T5" fmla="*/ 647 h 744"/>
              <a:gd name="T6" fmla="*/ 0 w 291"/>
              <a:gd name="T7" fmla="*/ 744 h 744"/>
              <a:gd name="T8" fmla="*/ 93 w 291"/>
              <a:gd name="T9" fmla="*/ 97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1" h="744">
                <a:moveTo>
                  <a:pt x="93" y="97"/>
                </a:moveTo>
                <a:lnTo>
                  <a:pt x="291" y="0"/>
                </a:lnTo>
                <a:lnTo>
                  <a:pt x="198" y="647"/>
                </a:lnTo>
                <a:lnTo>
                  <a:pt x="0" y="744"/>
                </a:lnTo>
                <a:lnTo>
                  <a:pt x="93" y="97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70000"/>
                  <a:lumOff val="30000"/>
                  <a:alpha val="100000"/>
                </a:schemeClr>
              </a:gs>
              <a:gs pos="100000">
                <a:schemeClr val="accent2">
                  <a:lumMod val="70000"/>
                  <a:lumOff val="30000"/>
                  <a:alpha val="100000"/>
                </a:schemeClr>
              </a:gs>
              <a:gs pos="54000">
                <a:schemeClr val="accent2">
                  <a:lumMod val="50000"/>
                  <a:lumOff val="50000"/>
                  <a:alpha val="100000"/>
                </a:schemeClr>
              </a:gs>
            </a:gsLst>
            <a:lin ang="1326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1" name="Freeform 10"/>
          <p:cNvSpPr/>
          <p:nvPr>
            <p:custDataLst>
              <p:tags r:id="rId7"/>
            </p:custDataLst>
          </p:nvPr>
        </p:nvSpPr>
        <p:spPr bwMode="auto">
          <a:xfrm>
            <a:off x="5028091" y="2780389"/>
            <a:ext cx="1313081" cy="348886"/>
          </a:xfrm>
          <a:custGeom>
            <a:avLst/>
            <a:gdLst>
              <a:gd name="T0" fmla="*/ 0 w 828"/>
              <a:gd name="T1" fmla="*/ 97 h 220"/>
              <a:gd name="T2" fmla="*/ 198 w 828"/>
              <a:gd name="T3" fmla="*/ 0 h 220"/>
              <a:gd name="T4" fmla="*/ 828 w 828"/>
              <a:gd name="T5" fmla="*/ 123 h 220"/>
              <a:gd name="T6" fmla="*/ 630 w 828"/>
              <a:gd name="T7" fmla="*/ 220 h 220"/>
              <a:gd name="T8" fmla="*/ 0 w 828"/>
              <a:gd name="T9" fmla="*/ 97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28" h="220">
                <a:moveTo>
                  <a:pt x="0" y="97"/>
                </a:moveTo>
                <a:lnTo>
                  <a:pt x="198" y="0"/>
                </a:lnTo>
                <a:lnTo>
                  <a:pt x="828" y="123"/>
                </a:lnTo>
                <a:lnTo>
                  <a:pt x="630" y="220"/>
                </a:lnTo>
                <a:lnTo>
                  <a:pt x="0" y="97"/>
                </a:lnTo>
                <a:close/>
              </a:path>
            </a:pathLst>
          </a:custGeom>
          <a:gradFill>
            <a:gsLst>
              <a:gs pos="39000">
                <a:schemeClr val="accent2">
                  <a:lumMod val="75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 scaled="1"/>
          </a:gradFill>
          <a:ln>
            <a:noFill/>
          </a:ln>
        </p:spPr>
        <p:txBody>
          <a:bodyPr vert="horz" wrap="square" lIns="91439" tIns="45719" rIns="91439" bIns="45719" numCol="1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5944710" y="1702648"/>
            <a:ext cx="1181138" cy="1162108"/>
          </a:xfrm>
          <a:custGeom>
            <a:avLst/>
            <a:gdLst>
              <a:gd name="T0" fmla="*/ 601 w 745"/>
              <a:gd name="T1" fmla="*/ 0 h 733"/>
              <a:gd name="T2" fmla="*/ 745 w 745"/>
              <a:gd name="T3" fmla="*/ 641 h 733"/>
              <a:gd name="T4" fmla="*/ 142 w 745"/>
              <a:gd name="T5" fmla="*/ 733 h 733"/>
              <a:gd name="T6" fmla="*/ 0 w 745"/>
              <a:gd name="T7" fmla="*/ 91 h 733"/>
              <a:gd name="T8" fmla="*/ 601 w 745"/>
              <a:gd name="T9" fmla="*/ 0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5" h="733">
                <a:moveTo>
                  <a:pt x="601" y="0"/>
                </a:moveTo>
                <a:lnTo>
                  <a:pt x="745" y="641"/>
                </a:lnTo>
                <a:lnTo>
                  <a:pt x="142" y="733"/>
                </a:lnTo>
                <a:lnTo>
                  <a:pt x="0" y="91"/>
                </a:lnTo>
                <a:lnTo>
                  <a:pt x="601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30000"/>
                  <a:lumOff val="70000"/>
                  <a:alpha val="100000"/>
                </a:schemeClr>
              </a:gs>
              <a:gs pos="100000">
                <a:schemeClr val="accent1">
                  <a:lumMod val="30000"/>
                  <a:lumOff val="7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5" name="Freeform 12"/>
          <p:cNvSpPr/>
          <p:nvPr>
            <p:custDataLst>
              <p:tags r:id="rId9"/>
            </p:custDataLst>
          </p:nvPr>
        </p:nvSpPr>
        <p:spPr bwMode="auto">
          <a:xfrm>
            <a:off x="5763924" y="2718858"/>
            <a:ext cx="1361925" cy="393290"/>
          </a:xfrm>
          <a:custGeom>
            <a:avLst/>
            <a:gdLst>
              <a:gd name="T0" fmla="*/ 859 w 859"/>
              <a:gd name="T1" fmla="*/ 0 h 248"/>
              <a:gd name="T2" fmla="*/ 603 w 859"/>
              <a:gd name="T3" fmla="*/ 156 h 248"/>
              <a:gd name="T4" fmla="*/ 0 w 859"/>
              <a:gd name="T5" fmla="*/ 248 h 248"/>
              <a:gd name="T6" fmla="*/ 256 w 859"/>
              <a:gd name="T7" fmla="*/ 92 h 248"/>
              <a:gd name="T8" fmla="*/ 859 w 859"/>
              <a:gd name="T9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9" h="248">
                <a:moveTo>
                  <a:pt x="859" y="0"/>
                </a:moveTo>
                <a:lnTo>
                  <a:pt x="603" y="156"/>
                </a:lnTo>
                <a:lnTo>
                  <a:pt x="0" y="248"/>
                </a:lnTo>
                <a:lnTo>
                  <a:pt x="256" y="92"/>
                </a:lnTo>
                <a:lnTo>
                  <a:pt x="85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lumMod val="80000"/>
                  <a:lumOff val="2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6" name="Freeform 13"/>
          <p:cNvSpPr/>
          <p:nvPr>
            <p:custDataLst>
              <p:tags r:id="rId10"/>
            </p:custDataLst>
          </p:nvPr>
        </p:nvSpPr>
        <p:spPr bwMode="auto">
          <a:xfrm>
            <a:off x="5538734" y="1846643"/>
            <a:ext cx="631167" cy="1265505"/>
          </a:xfrm>
          <a:custGeom>
            <a:avLst/>
            <a:gdLst>
              <a:gd name="T0" fmla="*/ 398 w 398"/>
              <a:gd name="T1" fmla="*/ 642 h 798"/>
              <a:gd name="T2" fmla="*/ 142 w 398"/>
              <a:gd name="T3" fmla="*/ 798 h 798"/>
              <a:gd name="T4" fmla="*/ 0 w 398"/>
              <a:gd name="T5" fmla="*/ 157 h 798"/>
              <a:gd name="T6" fmla="*/ 256 w 398"/>
              <a:gd name="T7" fmla="*/ 0 h 798"/>
              <a:gd name="T8" fmla="*/ 398 w 398"/>
              <a:gd name="T9" fmla="*/ 642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" h="798">
                <a:moveTo>
                  <a:pt x="398" y="642"/>
                </a:moveTo>
                <a:lnTo>
                  <a:pt x="142" y="798"/>
                </a:lnTo>
                <a:lnTo>
                  <a:pt x="0" y="157"/>
                </a:lnTo>
                <a:lnTo>
                  <a:pt x="256" y="0"/>
                </a:lnTo>
                <a:lnTo>
                  <a:pt x="398" y="64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5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8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7" name="Freeform 14"/>
          <p:cNvSpPr/>
          <p:nvPr>
            <p:custDataLst>
              <p:tags r:id="rId11"/>
            </p:custDataLst>
          </p:nvPr>
        </p:nvSpPr>
        <p:spPr bwMode="auto">
          <a:xfrm>
            <a:off x="6142624" y="3769957"/>
            <a:ext cx="1282633" cy="1367000"/>
          </a:xfrm>
          <a:custGeom>
            <a:avLst/>
            <a:gdLst>
              <a:gd name="connsiteX0" fmla="*/ 1397 w 2022"/>
              <a:gd name="connsiteY0" fmla="*/ 0 h 2155"/>
              <a:gd name="connsiteX1" fmla="*/ 2022 w 2022"/>
              <a:gd name="connsiteY1" fmla="*/ 1460 h 2155"/>
              <a:gd name="connsiteX2" fmla="*/ 600 w 2022"/>
              <a:gd name="connsiteY2" fmla="*/ 2155 h 2155"/>
              <a:gd name="connsiteX3" fmla="*/ 0 w 2022"/>
              <a:gd name="connsiteY3" fmla="*/ 648 h 2155"/>
              <a:gd name="connsiteX4" fmla="*/ 1397 w 2022"/>
              <a:gd name="connsiteY4" fmla="*/ 0 h 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0" t="0" r="r" b="b"/>
            <a:pathLst>
              <a:path w="2022" h="2155">
                <a:moveTo>
                  <a:pt x="1397" y="0"/>
                </a:moveTo>
                <a:lnTo>
                  <a:pt x="2022" y="1460"/>
                </a:lnTo>
                <a:lnTo>
                  <a:pt x="600" y="2155"/>
                </a:lnTo>
                <a:lnTo>
                  <a:pt x="0" y="648"/>
                </a:lnTo>
                <a:lnTo>
                  <a:pt x="1397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  <a:alpha val="100000"/>
                </a:schemeClr>
              </a:gs>
              <a:gs pos="100000">
                <a:schemeClr val="accent3">
                  <a:lumMod val="40000"/>
                  <a:lumOff val="6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8" name="Freeform 15"/>
          <p:cNvSpPr/>
          <p:nvPr>
            <p:custDataLst>
              <p:tags r:id="rId12"/>
            </p:custDataLst>
          </p:nvPr>
        </p:nvSpPr>
        <p:spPr bwMode="auto">
          <a:xfrm>
            <a:off x="5690975" y="4118843"/>
            <a:ext cx="832887" cy="1018113"/>
          </a:xfrm>
          <a:custGeom>
            <a:avLst/>
            <a:gdLst>
              <a:gd name="T0" fmla="*/ 525 w 525"/>
              <a:gd name="T1" fmla="*/ 642 h 642"/>
              <a:gd name="T2" fmla="*/ 240 w 525"/>
              <a:gd name="T3" fmla="*/ 603 h 642"/>
              <a:gd name="T4" fmla="*/ 0 w 525"/>
              <a:gd name="T5" fmla="*/ 0 h 642"/>
              <a:gd name="T6" fmla="*/ 285 w 525"/>
              <a:gd name="T7" fmla="*/ 39 h 642"/>
              <a:gd name="T8" fmla="*/ 525 w 525"/>
              <a:gd name="T9" fmla="*/ 642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5" h="642">
                <a:moveTo>
                  <a:pt x="525" y="642"/>
                </a:moveTo>
                <a:lnTo>
                  <a:pt x="240" y="603"/>
                </a:lnTo>
                <a:lnTo>
                  <a:pt x="0" y="0"/>
                </a:lnTo>
                <a:lnTo>
                  <a:pt x="285" y="39"/>
                </a:lnTo>
                <a:lnTo>
                  <a:pt x="525" y="642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9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16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9" name="Freeform 16"/>
          <p:cNvSpPr/>
          <p:nvPr>
            <p:custDataLst>
              <p:tags r:id="rId13"/>
            </p:custDataLst>
          </p:nvPr>
        </p:nvSpPr>
        <p:spPr bwMode="auto">
          <a:xfrm>
            <a:off x="5690975" y="3696374"/>
            <a:ext cx="1335283" cy="487172"/>
          </a:xfrm>
          <a:custGeom>
            <a:avLst/>
            <a:gdLst>
              <a:gd name="connsiteX0" fmla="*/ 713 w 2105"/>
              <a:gd name="connsiteY0" fmla="*/ 768 h 768"/>
              <a:gd name="connsiteX1" fmla="*/ 0 w 2105"/>
              <a:gd name="connsiteY1" fmla="*/ 671 h 768"/>
              <a:gd name="connsiteX2" fmla="*/ 1431 w 2105"/>
              <a:gd name="connsiteY2" fmla="*/ 0 h 768"/>
              <a:gd name="connsiteX3" fmla="*/ 2105 w 2105"/>
              <a:gd name="connsiteY3" fmla="*/ 119 h 768"/>
              <a:gd name="connsiteX4" fmla="*/ 713 w 2105"/>
              <a:gd name="connsiteY4" fmla="*/ 768 h 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0" t="0" r="r" b="b"/>
            <a:pathLst>
              <a:path w="2105" h="768">
                <a:moveTo>
                  <a:pt x="713" y="768"/>
                </a:moveTo>
                <a:lnTo>
                  <a:pt x="0" y="671"/>
                </a:lnTo>
                <a:lnTo>
                  <a:pt x="1431" y="0"/>
                </a:lnTo>
                <a:lnTo>
                  <a:pt x="2105" y="119"/>
                </a:lnTo>
                <a:lnTo>
                  <a:pt x="713" y="7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90000"/>
                  <a:lumOff val="10000"/>
                  <a:alpha val="100000"/>
                </a:schemeClr>
              </a:gs>
              <a:gs pos="100000">
                <a:schemeClr val="accent3">
                  <a:lumMod val="90000"/>
                  <a:lumOff val="1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cxnSp>
        <p:nvCxnSpPr>
          <p:cNvPr id="20" name="Straight Connector 28"/>
          <p:cNvCxnSpPr/>
          <p:nvPr>
            <p:custDataLst>
              <p:tags r:id="rId14"/>
            </p:custDataLst>
          </p:nvPr>
        </p:nvCxnSpPr>
        <p:spPr>
          <a:xfrm flipH="1">
            <a:off x="4177443" y="4482319"/>
            <a:ext cx="1524316" cy="0"/>
          </a:xfrm>
          <a:prstGeom prst="line">
            <a:avLst/>
          </a:prstGeom>
          <a:ln w="19050">
            <a:solidFill>
              <a:schemeClr val="accent3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9"/>
          <p:cNvCxnSpPr/>
          <p:nvPr>
            <p:custDataLst>
              <p:tags r:id="rId15"/>
            </p:custDataLst>
          </p:nvPr>
        </p:nvCxnSpPr>
        <p:spPr>
          <a:xfrm flipH="1">
            <a:off x="4177443" y="2289411"/>
            <a:ext cx="1281998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0"/>
          <p:cNvCxnSpPr/>
          <p:nvPr>
            <p:custDataLst>
              <p:tags r:id="rId16"/>
            </p:custDataLst>
          </p:nvPr>
        </p:nvCxnSpPr>
        <p:spPr>
          <a:xfrm>
            <a:off x="6938085" y="5568307"/>
            <a:ext cx="1079010" cy="0"/>
          </a:xfrm>
          <a:prstGeom prst="line">
            <a:avLst/>
          </a:prstGeom>
          <a:ln w="19050">
            <a:solidFill>
              <a:schemeClr val="accent4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0"/>
          <p:cNvCxnSpPr/>
          <p:nvPr>
            <p:custDataLst>
              <p:tags r:id="rId17"/>
            </p:custDataLst>
          </p:nvPr>
        </p:nvCxnSpPr>
        <p:spPr>
          <a:xfrm>
            <a:off x="6421733" y="3378570"/>
            <a:ext cx="1592190" cy="0"/>
          </a:xfrm>
          <a:prstGeom prst="line">
            <a:avLst/>
          </a:prstGeom>
          <a:ln w="19050">
            <a:solidFill>
              <a:schemeClr val="accent2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11"/>
          <p:cNvSpPr/>
          <p:nvPr>
            <p:custDataLst>
              <p:tags r:id="rId18"/>
            </p:custDataLst>
          </p:nvPr>
        </p:nvSpPr>
        <p:spPr>
          <a:xfrm>
            <a:off x="701268" y="1673468"/>
            <a:ext cx="3195798" cy="1059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indent="0" algn="r" fontAlgn="auto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•  test_coloring.py (16 tests): DSATUR heuristic &amp; color normalization.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lt"/>
              <a:sym typeface="+mn-ea"/>
            </a:endParaRPr>
          </a:p>
        </p:txBody>
      </p:sp>
      <p:sp>
        <p:nvSpPr>
          <p:cNvPr id="25" name="矩形 13"/>
          <p:cNvSpPr/>
          <p:nvPr>
            <p:custDataLst>
              <p:tags r:id="rId19"/>
            </p:custDataLst>
          </p:nvPr>
        </p:nvSpPr>
        <p:spPr>
          <a:xfrm>
            <a:off x="701268" y="3866376"/>
            <a:ext cx="3195798" cy="1059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indent="0" algn="r" fontAlgn="auto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•  test_emane_adapter.py (10 tests): EMANE XML schema, NEM mapping, slot timing.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lt"/>
              <a:sym typeface="+mn-ea"/>
            </a:endParaRPr>
          </a:p>
        </p:txBody>
      </p:sp>
      <p:sp>
        <p:nvSpPr>
          <p:cNvPr id="26" name="矩形 3"/>
          <p:cNvSpPr/>
          <p:nvPr>
            <p:custDataLst>
              <p:tags r:id="rId20"/>
            </p:custDataLst>
          </p:nvPr>
        </p:nvSpPr>
        <p:spPr>
          <a:xfrm>
            <a:off x="8294300" y="2807031"/>
            <a:ext cx="3195798" cy="1059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•  test_conflict_graph.py (13 tests): Distance-1 &amp; Distance-2 conflict graph builder.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lt"/>
              <a:sym typeface="+mn-ea"/>
            </a:endParaRPr>
          </a:p>
        </p:txBody>
      </p:sp>
      <p:sp>
        <p:nvSpPr>
          <p:cNvPr id="31" name="矩形 5"/>
          <p:cNvSpPr/>
          <p:nvPr>
            <p:custDataLst>
              <p:tags r:id="rId21"/>
            </p:custDataLst>
          </p:nvPr>
        </p:nvSpPr>
        <p:spPr>
          <a:xfrm>
            <a:off x="8294300" y="4999939"/>
            <a:ext cx="3195798" cy="1059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•  test_end_to_end.py &amp; test_topology.py &amp; test_validator.py (74 tests): End-to-end pipeline.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lt"/>
              <a:sym typeface="+mn-ea"/>
            </a:endParaRPr>
          </a:p>
        </p:txBody>
      </p:sp>
      <p:sp>
        <p:nvSpPr>
          <p:cNvPr id="32" name="任意多边形: 形状 26"/>
          <p:cNvSpPr/>
          <p:nvPr>
            <p:custDataLst>
              <p:tags r:id="rId22"/>
            </p:custDataLst>
          </p:nvPr>
        </p:nvSpPr>
        <p:spPr>
          <a:xfrm rot="20940000">
            <a:off x="6330388" y="2087057"/>
            <a:ext cx="444729" cy="443894"/>
          </a:xfrm>
          <a:custGeom>
            <a:avLst/>
            <a:gdLst>
              <a:gd name="connsiteX0" fmla="*/ 31048 w 419801"/>
              <a:gd name="connsiteY0" fmla="*/ 121 h 416634"/>
              <a:gd name="connsiteX1" fmla="*/ 162916 w 419801"/>
              <a:gd name="connsiteY1" fmla="*/ 121 h 416634"/>
              <a:gd name="connsiteX2" fmla="*/ 193857 w 419801"/>
              <a:gd name="connsiteY2" fmla="*/ 30828 h 416634"/>
              <a:gd name="connsiteX3" fmla="*/ 193857 w 419801"/>
              <a:gd name="connsiteY3" fmla="*/ 161703 h 416634"/>
              <a:gd name="connsiteX4" fmla="*/ 162916 w 419801"/>
              <a:gd name="connsiteY4" fmla="*/ 192410 h 416634"/>
              <a:gd name="connsiteX5" fmla="*/ 31048 w 419801"/>
              <a:gd name="connsiteY5" fmla="*/ 192410 h 416634"/>
              <a:gd name="connsiteX6" fmla="*/ 108 w 419801"/>
              <a:gd name="connsiteY6" fmla="*/ 161703 h 416634"/>
              <a:gd name="connsiteX7" fmla="*/ 108 w 419801"/>
              <a:gd name="connsiteY7" fmla="*/ 30828 h 416634"/>
              <a:gd name="connsiteX8" fmla="*/ 31048 w 419801"/>
              <a:gd name="connsiteY8" fmla="*/ 121 h 416634"/>
              <a:gd name="connsiteX9" fmla="*/ 31048 w 419801"/>
              <a:gd name="connsiteY9" fmla="*/ 224468 h 416634"/>
              <a:gd name="connsiteX10" fmla="*/ 162916 w 419801"/>
              <a:gd name="connsiteY10" fmla="*/ 224468 h 416634"/>
              <a:gd name="connsiteX11" fmla="*/ 193857 w 419801"/>
              <a:gd name="connsiteY11" fmla="*/ 255174 h 416634"/>
              <a:gd name="connsiteX12" fmla="*/ 193857 w 419801"/>
              <a:gd name="connsiteY12" fmla="*/ 386049 h 416634"/>
              <a:gd name="connsiteX13" fmla="*/ 162916 w 419801"/>
              <a:gd name="connsiteY13" fmla="*/ 416756 h 416634"/>
              <a:gd name="connsiteX14" fmla="*/ 31048 w 419801"/>
              <a:gd name="connsiteY14" fmla="*/ 416756 h 416634"/>
              <a:gd name="connsiteX15" fmla="*/ 108 w 419801"/>
              <a:gd name="connsiteY15" fmla="*/ 386049 h 416634"/>
              <a:gd name="connsiteX16" fmla="*/ 108 w 419801"/>
              <a:gd name="connsiteY16" fmla="*/ 255174 h 416634"/>
              <a:gd name="connsiteX17" fmla="*/ 31048 w 419801"/>
              <a:gd name="connsiteY17" fmla="*/ 224468 h 416634"/>
              <a:gd name="connsiteX18" fmla="*/ 257100 w 419801"/>
              <a:gd name="connsiteY18" fmla="*/ 224468 h 416634"/>
              <a:gd name="connsiteX19" fmla="*/ 388968 w 419801"/>
              <a:gd name="connsiteY19" fmla="*/ 224468 h 416634"/>
              <a:gd name="connsiteX20" fmla="*/ 419909 w 419801"/>
              <a:gd name="connsiteY20" fmla="*/ 255174 h 416634"/>
              <a:gd name="connsiteX21" fmla="*/ 419909 w 419801"/>
              <a:gd name="connsiteY21" fmla="*/ 386049 h 416634"/>
              <a:gd name="connsiteX22" fmla="*/ 388968 w 419801"/>
              <a:gd name="connsiteY22" fmla="*/ 416756 h 416634"/>
              <a:gd name="connsiteX23" fmla="*/ 257100 w 419801"/>
              <a:gd name="connsiteY23" fmla="*/ 416756 h 416634"/>
              <a:gd name="connsiteX24" fmla="*/ 226160 w 419801"/>
              <a:gd name="connsiteY24" fmla="*/ 386049 h 416634"/>
              <a:gd name="connsiteX25" fmla="*/ 226160 w 419801"/>
              <a:gd name="connsiteY25" fmla="*/ 255174 h 416634"/>
              <a:gd name="connsiteX26" fmla="*/ 257100 w 419801"/>
              <a:gd name="connsiteY26" fmla="*/ 224468 h 41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01" h="700">
                <a:moveTo>
                  <a:pt x="49" y="44"/>
                </a:moveTo>
                <a:lnTo>
                  <a:pt x="256" y="44"/>
                </a:lnTo>
                <a:cubicBezTo>
                  <a:pt x="283" y="44"/>
                  <a:pt x="305" y="65"/>
                  <a:pt x="305" y="92"/>
                </a:cubicBezTo>
                <a:lnTo>
                  <a:pt x="305" y="298"/>
                </a:lnTo>
                <a:cubicBezTo>
                  <a:pt x="305" y="325"/>
                  <a:pt x="283" y="346"/>
                  <a:pt x="256" y="346"/>
                </a:cubicBezTo>
                <a:lnTo>
                  <a:pt x="49" y="346"/>
                </a:lnTo>
                <a:cubicBezTo>
                  <a:pt x="22" y="346"/>
                  <a:pt x="0" y="325"/>
                  <a:pt x="0" y="298"/>
                </a:cubicBezTo>
                <a:lnTo>
                  <a:pt x="0" y="92"/>
                </a:lnTo>
                <a:cubicBezTo>
                  <a:pt x="0" y="65"/>
                  <a:pt x="22" y="44"/>
                  <a:pt x="49" y="44"/>
                </a:cubicBezTo>
                <a:close/>
                <a:moveTo>
                  <a:pt x="49" y="397"/>
                </a:moveTo>
                <a:lnTo>
                  <a:pt x="256" y="397"/>
                </a:lnTo>
                <a:cubicBezTo>
                  <a:pt x="283" y="397"/>
                  <a:pt x="305" y="419"/>
                  <a:pt x="305" y="445"/>
                </a:cubicBezTo>
                <a:lnTo>
                  <a:pt x="305" y="651"/>
                </a:lnTo>
                <a:cubicBezTo>
                  <a:pt x="305" y="678"/>
                  <a:pt x="283" y="700"/>
                  <a:pt x="256" y="700"/>
                </a:cubicBezTo>
                <a:lnTo>
                  <a:pt x="49" y="700"/>
                </a:lnTo>
                <a:cubicBezTo>
                  <a:pt x="22" y="700"/>
                  <a:pt x="0" y="678"/>
                  <a:pt x="0" y="651"/>
                </a:cubicBezTo>
                <a:lnTo>
                  <a:pt x="0" y="445"/>
                </a:lnTo>
                <a:cubicBezTo>
                  <a:pt x="0" y="419"/>
                  <a:pt x="22" y="397"/>
                  <a:pt x="49" y="397"/>
                </a:cubicBezTo>
                <a:close/>
                <a:moveTo>
                  <a:pt x="405" y="397"/>
                </a:moveTo>
                <a:lnTo>
                  <a:pt x="612" y="397"/>
                </a:lnTo>
                <a:cubicBezTo>
                  <a:pt x="639" y="397"/>
                  <a:pt x="661" y="419"/>
                  <a:pt x="661" y="445"/>
                </a:cubicBezTo>
                <a:lnTo>
                  <a:pt x="661" y="651"/>
                </a:lnTo>
                <a:cubicBezTo>
                  <a:pt x="661" y="678"/>
                  <a:pt x="639" y="700"/>
                  <a:pt x="612" y="700"/>
                </a:cubicBezTo>
                <a:lnTo>
                  <a:pt x="405" y="700"/>
                </a:lnTo>
                <a:cubicBezTo>
                  <a:pt x="378" y="700"/>
                  <a:pt x="356" y="678"/>
                  <a:pt x="356" y="651"/>
                </a:cubicBezTo>
                <a:lnTo>
                  <a:pt x="356" y="445"/>
                </a:lnTo>
                <a:cubicBezTo>
                  <a:pt x="356" y="419"/>
                  <a:pt x="378" y="397"/>
                  <a:pt x="405" y="397"/>
                </a:cubicBezTo>
                <a:close/>
                <a:moveTo>
                  <a:pt x="515" y="117"/>
                </a:moveTo>
                <a:lnTo>
                  <a:pt x="446" y="185"/>
                </a:lnTo>
                <a:lnTo>
                  <a:pt x="515" y="253"/>
                </a:lnTo>
                <a:lnTo>
                  <a:pt x="583" y="185"/>
                </a:lnTo>
                <a:lnTo>
                  <a:pt x="515" y="117"/>
                </a:lnTo>
                <a:close/>
                <a:moveTo>
                  <a:pt x="549" y="14"/>
                </a:moveTo>
                <a:lnTo>
                  <a:pt x="687" y="151"/>
                </a:lnTo>
                <a:cubicBezTo>
                  <a:pt x="706" y="170"/>
                  <a:pt x="706" y="200"/>
                  <a:pt x="687" y="219"/>
                </a:cubicBezTo>
                <a:lnTo>
                  <a:pt x="549" y="356"/>
                </a:lnTo>
                <a:cubicBezTo>
                  <a:pt x="530" y="375"/>
                  <a:pt x="499" y="375"/>
                  <a:pt x="480" y="356"/>
                </a:cubicBezTo>
                <a:lnTo>
                  <a:pt x="342" y="219"/>
                </a:lnTo>
                <a:cubicBezTo>
                  <a:pt x="323" y="200"/>
                  <a:pt x="323" y="170"/>
                  <a:pt x="342" y="151"/>
                </a:cubicBezTo>
                <a:lnTo>
                  <a:pt x="480" y="14"/>
                </a:lnTo>
                <a:cubicBezTo>
                  <a:pt x="499" y="-5"/>
                  <a:pt x="530" y="-5"/>
                  <a:pt x="549" y="14"/>
                </a:cubicBezTo>
                <a:lnTo>
                  <a:pt x="549" y="14"/>
                </a:lnTo>
                <a:close/>
              </a:path>
            </a:pathLst>
          </a:custGeom>
          <a:solidFill>
            <a:srgbClr val="FFFFFF"/>
          </a:solidFill>
          <a:ln w="156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任意多边形: 形状 27"/>
          <p:cNvSpPr/>
          <p:nvPr>
            <p:custDataLst>
              <p:tags r:id="rId23"/>
            </p:custDataLst>
          </p:nvPr>
        </p:nvSpPr>
        <p:spPr>
          <a:xfrm rot="481356">
            <a:off x="5212684" y="3344950"/>
            <a:ext cx="444492" cy="444670"/>
          </a:xfrm>
          <a:custGeom>
            <a:avLst/>
            <a:gdLst>
              <a:gd name="connsiteX0" fmla="*/ 404163 w 444955"/>
              <a:gd name="connsiteY0" fmla="*/ 114 h 445134"/>
              <a:gd name="connsiteX1" fmla="*/ 325219 w 444955"/>
              <a:gd name="connsiteY1" fmla="*/ 114 h 445134"/>
              <a:gd name="connsiteX2" fmla="*/ 323066 w 444955"/>
              <a:gd name="connsiteY2" fmla="*/ 114 h 445134"/>
              <a:gd name="connsiteX3" fmla="*/ 69728 w 444955"/>
              <a:gd name="connsiteY3" fmla="*/ 833 h 445134"/>
              <a:gd name="connsiteX4" fmla="*/ 29539 w 444955"/>
              <a:gd name="connsiteY4" fmla="*/ 41104 h 445134"/>
              <a:gd name="connsiteX5" fmla="*/ 29539 w 444955"/>
              <a:gd name="connsiteY5" fmla="*/ 101510 h 445134"/>
              <a:gd name="connsiteX6" fmla="*/ 75470 w 444955"/>
              <a:gd name="connsiteY6" fmla="*/ 101510 h 445134"/>
              <a:gd name="connsiteX7" fmla="*/ 90541 w 444955"/>
              <a:gd name="connsiteY7" fmla="*/ 116611 h 445134"/>
              <a:gd name="connsiteX8" fmla="*/ 90541 w 444955"/>
              <a:gd name="connsiteY8" fmla="*/ 126679 h 445134"/>
              <a:gd name="connsiteX9" fmla="*/ 75470 w 444955"/>
              <a:gd name="connsiteY9" fmla="*/ 141781 h 445134"/>
              <a:gd name="connsiteX10" fmla="*/ 70446 w 444955"/>
              <a:gd name="connsiteY10" fmla="*/ 141781 h 445134"/>
              <a:gd name="connsiteX11" fmla="*/ 70446 w 444955"/>
              <a:gd name="connsiteY11" fmla="*/ 136747 h 445134"/>
              <a:gd name="connsiteX12" fmla="*/ 55375 w 444955"/>
              <a:gd name="connsiteY12" fmla="*/ 121645 h 445134"/>
              <a:gd name="connsiteX13" fmla="*/ 13750 w 444955"/>
              <a:gd name="connsiteY13" fmla="*/ 121645 h 445134"/>
              <a:gd name="connsiteX14" fmla="*/ 832 w 444955"/>
              <a:gd name="connsiteY14" fmla="*/ 131713 h 445134"/>
              <a:gd name="connsiteX15" fmla="*/ 114 w 444955"/>
              <a:gd name="connsiteY15" fmla="*/ 136747 h 445134"/>
              <a:gd name="connsiteX16" fmla="*/ 114 w 444955"/>
              <a:gd name="connsiteY16" fmla="*/ 146814 h 445134"/>
              <a:gd name="connsiteX17" fmla="*/ 15185 w 444955"/>
              <a:gd name="connsiteY17" fmla="*/ 161915 h 445134"/>
              <a:gd name="connsiteX18" fmla="*/ 30256 w 444955"/>
              <a:gd name="connsiteY18" fmla="*/ 161915 h 445134"/>
              <a:gd name="connsiteX19" fmla="*/ 30256 w 444955"/>
              <a:gd name="connsiteY19" fmla="*/ 273379 h 445134"/>
              <a:gd name="connsiteX20" fmla="*/ 76187 w 444955"/>
              <a:gd name="connsiteY20" fmla="*/ 273379 h 445134"/>
              <a:gd name="connsiteX21" fmla="*/ 91258 w 444955"/>
              <a:gd name="connsiteY21" fmla="*/ 288482 h 445134"/>
              <a:gd name="connsiteX22" fmla="*/ 91258 w 444955"/>
              <a:gd name="connsiteY22" fmla="*/ 298548 h 445134"/>
              <a:gd name="connsiteX23" fmla="*/ 76187 w 444955"/>
              <a:gd name="connsiteY23" fmla="*/ 313650 h 445134"/>
              <a:gd name="connsiteX24" fmla="*/ 71163 w 444955"/>
              <a:gd name="connsiteY24" fmla="*/ 313650 h 445134"/>
              <a:gd name="connsiteX25" fmla="*/ 71163 w 444955"/>
              <a:gd name="connsiteY25" fmla="*/ 309336 h 445134"/>
              <a:gd name="connsiteX26" fmla="*/ 56092 w 444955"/>
              <a:gd name="connsiteY26" fmla="*/ 294234 h 445134"/>
              <a:gd name="connsiteX27" fmla="*/ 14467 w 444955"/>
              <a:gd name="connsiteY27" fmla="*/ 294234 h 445134"/>
              <a:gd name="connsiteX28" fmla="*/ 1549 w 444955"/>
              <a:gd name="connsiteY28" fmla="*/ 304302 h 445134"/>
              <a:gd name="connsiteX29" fmla="*/ 832 w 444955"/>
              <a:gd name="connsiteY29" fmla="*/ 309336 h 445134"/>
              <a:gd name="connsiteX30" fmla="*/ 832 w 444955"/>
              <a:gd name="connsiteY30" fmla="*/ 319403 h 445134"/>
              <a:gd name="connsiteX31" fmla="*/ 15903 w 444955"/>
              <a:gd name="connsiteY31" fmla="*/ 334505 h 445134"/>
              <a:gd name="connsiteX32" fmla="*/ 30974 w 444955"/>
              <a:gd name="connsiteY32" fmla="*/ 334505 h 445134"/>
              <a:gd name="connsiteX33" fmla="*/ 30974 w 444955"/>
              <a:gd name="connsiteY33" fmla="*/ 404979 h 445134"/>
              <a:gd name="connsiteX34" fmla="*/ 71163 w 444955"/>
              <a:gd name="connsiteY34" fmla="*/ 445248 h 445134"/>
              <a:gd name="connsiteX35" fmla="*/ 404880 w 444955"/>
              <a:gd name="connsiteY35" fmla="*/ 445248 h 445134"/>
              <a:gd name="connsiteX36" fmla="*/ 445070 w 444955"/>
              <a:gd name="connsiteY36" fmla="*/ 404979 h 445134"/>
              <a:gd name="connsiteX37" fmla="*/ 445070 w 444955"/>
              <a:gd name="connsiteY37" fmla="*/ 40385 h 445134"/>
              <a:gd name="connsiteX38" fmla="*/ 404163 w 444955"/>
              <a:gd name="connsiteY38" fmla="*/ 114 h 445134"/>
              <a:gd name="connsiteX39" fmla="*/ 374739 w 444955"/>
              <a:gd name="connsiteY39" fmla="*/ 329470 h 445134"/>
              <a:gd name="connsiteX40" fmla="*/ 374022 w 444955"/>
              <a:gd name="connsiteY40" fmla="*/ 331629 h 445134"/>
              <a:gd name="connsiteX41" fmla="*/ 369715 w 444955"/>
              <a:gd name="connsiteY41" fmla="*/ 336662 h 445134"/>
              <a:gd name="connsiteX42" fmla="*/ 365409 w 444955"/>
              <a:gd name="connsiteY42" fmla="*/ 338819 h 445134"/>
              <a:gd name="connsiteX43" fmla="*/ 362538 w 444955"/>
              <a:gd name="connsiteY43" fmla="*/ 339538 h 445134"/>
              <a:gd name="connsiteX44" fmla="*/ 145801 w 444955"/>
              <a:gd name="connsiteY44" fmla="*/ 339538 h 445134"/>
              <a:gd name="connsiteX45" fmla="*/ 140778 w 444955"/>
              <a:gd name="connsiteY45" fmla="*/ 337381 h 445134"/>
              <a:gd name="connsiteX46" fmla="*/ 137189 w 444955"/>
              <a:gd name="connsiteY46" fmla="*/ 332348 h 445134"/>
              <a:gd name="connsiteX47" fmla="*/ 136472 w 444955"/>
              <a:gd name="connsiteY47" fmla="*/ 330189 h 445134"/>
              <a:gd name="connsiteX48" fmla="*/ 136472 w 444955"/>
              <a:gd name="connsiteY48" fmla="*/ 310055 h 445134"/>
              <a:gd name="connsiteX49" fmla="*/ 136472 w 444955"/>
              <a:gd name="connsiteY49" fmla="*/ 309336 h 445134"/>
              <a:gd name="connsiteX50" fmla="*/ 137189 w 444955"/>
              <a:gd name="connsiteY50" fmla="*/ 308616 h 445134"/>
              <a:gd name="connsiteX51" fmla="*/ 180250 w 444955"/>
              <a:gd name="connsiteY51" fmla="*/ 279133 h 445134"/>
              <a:gd name="connsiteX52" fmla="*/ 222592 w 444955"/>
              <a:gd name="connsiteY52" fmla="*/ 248211 h 445134"/>
              <a:gd name="connsiteX53" fmla="*/ 222592 w 444955"/>
              <a:gd name="connsiteY53" fmla="*/ 243895 h 445134"/>
              <a:gd name="connsiteX54" fmla="*/ 220440 w 444955"/>
              <a:gd name="connsiteY54" fmla="*/ 238862 h 445134"/>
              <a:gd name="connsiteX55" fmla="*/ 197474 w 444955"/>
              <a:gd name="connsiteY55" fmla="*/ 180613 h 445134"/>
              <a:gd name="connsiteX56" fmla="*/ 255604 w 444955"/>
              <a:gd name="connsiteY56" fmla="*/ 107263 h 445134"/>
              <a:gd name="connsiteX57" fmla="*/ 313736 w 444955"/>
              <a:gd name="connsiteY57" fmla="*/ 180613 h 445134"/>
              <a:gd name="connsiteX58" fmla="*/ 290771 w 444955"/>
              <a:gd name="connsiteY58" fmla="*/ 238862 h 445134"/>
              <a:gd name="connsiteX59" fmla="*/ 288618 w 444955"/>
              <a:gd name="connsiteY59" fmla="*/ 243895 h 445134"/>
              <a:gd name="connsiteX60" fmla="*/ 288618 w 444955"/>
              <a:gd name="connsiteY60" fmla="*/ 248211 h 445134"/>
              <a:gd name="connsiteX61" fmla="*/ 330960 w 444955"/>
              <a:gd name="connsiteY61" fmla="*/ 279133 h 445134"/>
              <a:gd name="connsiteX62" fmla="*/ 374022 w 444955"/>
              <a:gd name="connsiteY62" fmla="*/ 308616 h 445134"/>
              <a:gd name="connsiteX63" fmla="*/ 374739 w 444955"/>
              <a:gd name="connsiteY63" fmla="*/ 309336 h 445134"/>
              <a:gd name="connsiteX64" fmla="*/ 374739 w 444955"/>
              <a:gd name="connsiteY64" fmla="*/ 310055 h 445134"/>
              <a:gd name="connsiteX65" fmla="*/ 374739 w 444955"/>
              <a:gd name="connsiteY65" fmla="*/ 329470 h 44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44955" h="445134">
                <a:moveTo>
                  <a:pt x="404163" y="114"/>
                </a:moveTo>
                <a:lnTo>
                  <a:pt x="325219" y="114"/>
                </a:lnTo>
                <a:lnTo>
                  <a:pt x="323066" y="114"/>
                </a:lnTo>
                <a:lnTo>
                  <a:pt x="69728" y="833"/>
                </a:lnTo>
                <a:cubicBezTo>
                  <a:pt x="47480" y="833"/>
                  <a:pt x="29539" y="18811"/>
                  <a:pt x="29539" y="41104"/>
                </a:cubicBezTo>
                <a:lnTo>
                  <a:pt x="29539" y="101510"/>
                </a:lnTo>
                <a:lnTo>
                  <a:pt x="75470" y="101510"/>
                </a:lnTo>
                <a:cubicBezTo>
                  <a:pt x="84082" y="101510"/>
                  <a:pt x="90541" y="107982"/>
                  <a:pt x="90541" y="116611"/>
                </a:cubicBezTo>
                <a:lnTo>
                  <a:pt x="90541" y="126679"/>
                </a:lnTo>
                <a:cubicBezTo>
                  <a:pt x="90541" y="135309"/>
                  <a:pt x="84082" y="141781"/>
                  <a:pt x="75470" y="141781"/>
                </a:cubicBezTo>
                <a:lnTo>
                  <a:pt x="70446" y="141781"/>
                </a:lnTo>
                <a:lnTo>
                  <a:pt x="70446" y="136747"/>
                </a:lnTo>
                <a:cubicBezTo>
                  <a:pt x="70446" y="128117"/>
                  <a:pt x="63987" y="121645"/>
                  <a:pt x="55375" y="121645"/>
                </a:cubicBezTo>
                <a:lnTo>
                  <a:pt x="13750" y="121645"/>
                </a:lnTo>
                <a:cubicBezTo>
                  <a:pt x="8008" y="122364"/>
                  <a:pt x="2985" y="125960"/>
                  <a:pt x="832" y="131713"/>
                </a:cubicBezTo>
                <a:cubicBezTo>
                  <a:pt x="114" y="133151"/>
                  <a:pt x="114" y="135309"/>
                  <a:pt x="114" y="136747"/>
                </a:cubicBezTo>
                <a:lnTo>
                  <a:pt x="114" y="146814"/>
                </a:lnTo>
                <a:cubicBezTo>
                  <a:pt x="114" y="155444"/>
                  <a:pt x="6573" y="161915"/>
                  <a:pt x="15185" y="161915"/>
                </a:cubicBezTo>
                <a:lnTo>
                  <a:pt x="30256" y="161915"/>
                </a:lnTo>
                <a:lnTo>
                  <a:pt x="30256" y="273379"/>
                </a:lnTo>
                <a:lnTo>
                  <a:pt x="76187" y="273379"/>
                </a:lnTo>
                <a:cubicBezTo>
                  <a:pt x="84799" y="273379"/>
                  <a:pt x="91258" y="279852"/>
                  <a:pt x="91258" y="288482"/>
                </a:cubicBezTo>
                <a:lnTo>
                  <a:pt x="91258" y="298548"/>
                </a:lnTo>
                <a:cubicBezTo>
                  <a:pt x="91258" y="307178"/>
                  <a:pt x="84799" y="313650"/>
                  <a:pt x="76187" y="313650"/>
                </a:cubicBezTo>
                <a:lnTo>
                  <a:pt x="71163" y="313650"/>
                </a:lnTo>
                <a:lnTo>
                  <a:pt x="71163" y="309336"/>
                </a:lnTo>
                <a:cubicBezTo>
                  <a:pt x="71163" y="300707"/>
                  <a:pt x="64704" y="294234"/>
                  <a:pt x="56092" y="294234"/>
                </a:cubicBezTo>
                <a:lnTo>
                  <a:pt x="14467" y="294234"/>
                </a:lnTo>
                <a:cubicBezTo>
                  <a:pt x="8726" y="294953"/>
                  <a:pt x="3702" y="298548"/>
                  <a:pt x="1549" y="304302"/>
                </a:cubicBezTo>
                <a:cubicBezTo>
                  <a:pt x="832" y="305740"/>
                  <a:pt x="832" y="307897"/>
                  <a:pt x="832" y="309336"/>
                </a:cubicBezTo>
                <a:lnTo>
                  <a:pt x="832" y="319403"/>
                </a:lnTo>
                <a:cubicBezTo>
                  <a:pt x="832" y="328032"/>
                  <a:pt x="7291" y="334505"/>
                  <a:pt x="15903" y="334505"/>
                </a:cubicBezTo>
                <a:lnTo>
                  <a:pt x="30974" y="334505"/>
                </a:lnTo>
                <a:lnTo>
                  <a:pt x="30974" y="404979"/>
                </a:lnTo>
                <a:cubicBezTo>
                  <a:pt x="30974" y="427272"/>
                  <a:pt x="48916" y="445248"/>
                  <a:pt x="71163" y="445248"/>
                </a:cubicBezTo>
                <a:lnTo>
                  <a:pt x="404880" y="445248"/>
                </a:lnTo>
                <a:cubicBezTo>
                  <a:pt x="427128" y="445248"/>
                  <a:pt x="445070" y="427272"/>
                  <a:pt x="445070" y="404979"/>
                </a:cubicBezTo>
                <a:lnTo>
                  <a:pt x="445070" y="40385"/>
                </a:lnTo>
                <a:cubicBezTo>
                  <a:pt x="444353" y="18092"/>
                  <a:pt x="426411" y="114"/>
                  <a:pt x="404163" y="114"/>
                </a:cubicBezTo>
                <a:moveTo>
                  <a:pt x="374739" y="329470"/>
                </a:moveTo>
                <a:cubicBezTo>
                  <a:pt x="374739" y="329470"/>
                  <a:pt x="374022" y="330910"/>
                  <a:pt x="374022" y="331629"/>
                </a:cubicBezTo>
                <a:cubicBezTo>
                  <a:pt x="373303" y="333067"/>
                  <a:pt x="371150" y="335224"/>
                  <a:pt x="369715" y="336662"/>
                </a:cubicBezTo>
                <a:lnTo>
                  <a:pt x="365409" y="338819"/>
                </a:lnTo>
                <a:lnTo>
                  <a:pt x="362538" y="339538"/>
                </a:lnTo>
                <a:lnTo>
                  <a:pt x="145801" y="339538"/>
                </a:lnTo>
                <a:cubicBezTo>
                  <a:pt x="144366" y="338819"/>
                  <a:pt x="142213" y="338100"/>
                  <a:pt x="140778" y="337381"/>
                </a:cubicBezTo>
                <a:cubicBezTo>
                  <a:pt x="139342" y="336662"/>
                  <a:pt x="137907" y="334505"/>
                  <a:pt x="137189" y="332348"/>
                </a:cubicBezTo>
                <a:cubicBezTo>
                  <a:pt x="137189" y="331629"/>
                  <a:pt x="136472" y="330189"/>
                  <a:pt x="136472" y="330189"/>
                </a:cubicBezTo>
                <a:cubicBezTo>
                  <a:pt x="135754" y="329470"/>
                  <a:pt x="133601" y="320123"/>
                  <a:pt x="136472" y="310055"/>
                </a:cubicBezTo>
                <a:lnTo>
                  <a:pt x="136472" y="309336"/>
                </a:lnTo>
                <a:lnTo>
                  <a:pt x="137189" y="308616"/>
                </a:lnTo>
                <a:cubicBezTo>
                  <a:pt x="144366" y="299269"/>
                  <a:pt x="161590" y="289201"/>
                  <a:pt x="180250" y="279133"/>
                </a:cubicBezTo>
                <a:cubicBezTo>
                  <a:pt x="197474" y="269784"/>
                  <a:pt x="222592" y="255401"/>
                  <a:pt x="222592" y="248211"/>
                </a:cubicBezTo>
                <a:lnTo>
                  <a:pt x="222592" y="243895"/>
                </a:lnTo>
                <a:cubicBezTo>
                  <a:pt x="222592" y="241738"/>
                  <a:pt x="221874" y="240300"/>
                  <a:pt x="220440" y="238862"/>
                </a:cubicBezTo>
                <a:cubicBezTo>
                  <a:pt x="205367" y="223760"/>
                  <a:pt x="197474" y="202905"/>
                  <a:pt x="197474" y="180613"/>
                </a:cubicBezTo>
                <a:cubicBezTo>
                  <a:pt x="197474" y="144657"/>
                  <a:pt x="204650" y="107263"/>
                  <a:pt x="255604" y="107263"/>
                </a:cubicBezTo>
                <a:cubicBezTo>
                  <a:pt x="306560" y="107263"/>
                  <a:pt x="313736" y="143938"/>
                  <a:pt x="313736" y="180613"/>
                </a:cubicBezTo>
                <a:cubicBezTo>
                  <a:pt x="313736" y="202905"/>
                  <a:pt x="305843" y="223760"/>
                  <a:pt x="290771" y="238862"/>
                </a:cubicBezTo>
                <a:cubicBezTo>
                  <a:pt x="289336" y="240300"/>
                  <a:pt x="288618" y="241738"/>
                  <a:pt x="288618" y="243895"/>
                </a:cubicBezTo>
                <a:lnTo>
                  <a:pt x="288618" y="248211"/>
                </a:lnTo>
                <a:cubicBezTo>
                  <a:pt x="288618" y="255401"/>
                  <a:pt x="314453" y="269784"/>
                  <a:pt x="330960" y="279133"/>
                </a:cubicBezTo>
                <a:cubicBezTo>
                  <a:pt x="349620" y="289201"/>
                  <a:pt x="366844" y="299269"/>
                  <a:pt x="374022" y="308616"/>
                </a:cubicBezTo>
                <a:lnTo>
                  <a:pt x="374739" y="309336"/>
                </a:lnTo>
                <a:lnTo>
                  <a:pt x="374739" y="310055"/>
                </a:lnTo>
                <a:cubicBezTo>
                  <a:pt x="378328" y="319403"/>
                  <a:pt x="375456" y="328751"/>
                  <a:pt x="374739" y="329470"/>
                </a:cubicBezTo>
              </a:path>
            </a:pathLst>
          </a:custGeom>
          <a:solidFill>
            <a:srgbClr val="FFFFFF"/>
          </a:solidFill>
          <a:ln w="15662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任意多边形: 形状 28"/>
          <p:cNvSpPr/>
          <p:nvPr>
            <p:custDataLst>
              <p:tags r:id="rId24"/>
            </p:custDataLst>
          </p:nvPr>
        </p:nvSpPr>
        <p:spPr>
          <a:xfrm rot="20250057">
            <a:off x="6534011" y="4258398"/>
            <a:ext cx="444670" cy="412806"/>
          </a:xfrm>
          <a:custGeom>
            <a:avLst/>
            <a:gdLst>
              <a:gd name="connsiteX0" fmla="*/ 393014 w 445134"/>
              <a:gd name="connsiteY0" fmla="*/ 115 h 413236"/>
              <a:gd name="connsiteX1" fmla="*/ 51214 w 445134"/>
              <a:gd name="connsiteY1" fmla="*/ 115 h 413236"/>
              <a:gd name="connsiteX2" fmla="*/ 114 w 445134"/>
              <a:gd name="connsiteY2" fmla="*/ 51626 h 413236"/>
              <a:gd name="connsiteX3" fmla="*/ 114 w 445134"/>
              <a:gd name="connsiteY3" fmla="*/ 273698 h 413236"/>
              <a:gd name="connsiteX4" fmla="*/ 51214 w 445134"/>
              <a:gd name="connsiteY4" fmla="*/ 325209 h 413236"/>
              <a:gd name="connsiteX5" fmla="*/ 179531 w 445134"/>
              <a:gd name="connsiteY5" fmla="*/ 325209 h 413236"/>
              <a:gd name="connsiteX6" fmla="*/ 179531 w 445134"/>
              <a:gd name="connsiteY6" fmla="*/ 388168 h 413236"/>
              <a:gd name="connsiteX7" fmla="*/ 109127 w 445134"/>
              <a:gd name="connsiteY7" fmla="*/ 388168 h 413236"/>
              <a:gd name="connsiteX8" fmla="*/ 96636 w 445134"/>
              <a:gd name="connsiteY8" fmla="*/ 400759 h 413236"/>
              <a:gd name="connsiteX9" fmla="*/ 109127 w 445134"/>
              <a:gd name="connsiteY9" fmla="*/ 413352 h 413236"/>
              <a:gd name="connsiteX10" fmla="*/ 326017 w 445134"/>
              <a:gd name="connsiteY10" fmla="*/ 413352 h 413236"/>
              <a:gd name="connsiteX11" fmla="*/ 338507 w 445134"/>
              <a:gd name="connsiteY11" fmla="*/ 400759 h 413236"/>
              <a:gd name="connsiteX12" fmla="*/ 326017 w 445134"/>
              <a:gd name="connsiteY12" fmla="*/ 388168 h 413236"/>
              <a:gd name="connsiteX13" fmla="*/ 256749 w 445134"/>
              <a:gd name="connsiteY13" fmla="*/ 388168 h 413236"/>
              <a:gd name="connsiteX14" fmla="*/ 256749 w 445134"/>
              <a:gd name="connsiteY14" fmla="*/ 325209 h 413236"/>
              <a:gd name="connsiteX15" fmla="*/ 394149 w 445134"/>
              <a:gd name="connsiteY15" fmla="*/ 325209 h 413236"/>
              <a:gd name="connsiteX16" fmla="*/ 445249 w 445134"/>
              <a:gd name="connsiteY16" fmla="*/ 273698 h 413236"/>
              <a:gd name="connsiteX17" fmla="*/ 445249 w 445134"/>
              <a:gd name="connsiteY17" fmla="*/ 51626 h 413236"/>
              <a:gd name="connsiteX18" fmla="*/ 393014 w 445134"/>
              <a:gd name="connsiteY18" fmla="*/ 115 h 413236"/>
              <a:gd name="connsiteX19" fmla="*/ 370302 w 445134"/>
              <a:gd name="connsiteY19" fmla="*/ 76810 h 413236"/>
              <a:gd name="connsiteX20" fmla="*/ 370302 w 445134"/>
              <a:gd name="connsiteY20" fmla="*/ 76810 h 413236"/>
              <a:gd name="connsiteX21" fmla="*/ 370302 w 445134"/>
              <a:gd name="connsiteY21" fmla="*/ 77954 h 413236"/>
              <a:gd name="connsiteX22" fmla="*/ 243122 w 445134"/>
              <a:gd name="connsiteY22" fmla="*/ 248515 h 413236"/>
              <a:gd name="connsiteX23" fmla="*/ 239715 w 445134"/>
              <a:gd name="connsiteY23" fmla="*/ 246225 h 413236"/>
              <a:gd name="connsiteX24" fmla="*/ 139786 w 445134"/>
              <a:gd name="connsiteY24" fmla="*/ 172965 h 413236"/>
              <a:gd name="connsiteX25" fmla="*/ 104585 w 445134"/>
              <a:gd name="connsiteY25" fmla="*/ 218753 h 413236"/>
              <a:gd name="connsiteX26" fmla="*/ 88687 w 445134"/>
              <a:gd name="connsiteY26" fmla="*/ 224476 h 413236"/>
              <a:gd name="connsiteX27" fmla="*/ 80738 w 445134"/>
              <a:gd name="connsiteY27" fmla="*/ 207306 h 413236"/>
              <a:gd name="connsiteX28" fmla="*/ 81873 w 445134"/>
              <a:gd name="connsiteY28" fmla="*/ 205016 h 413236"/>
              <a:gd name="connsiteX29" fmla="*/ 129566 w 445134"/>
              <a:gd name="connsiteY29" fmla="*/ 142058 h 413236"/>
              <a:gd name="connsiteX30" fmla="*/ 134109 w 445134"/>
              <a:gd name="connsiteY30" fmla="*/ 136334 h 413236"/>
              <a:gd name="connsiteX31" fmla="*/ 237443 w 445134"/>
              <a:gd name="connsiteY31" fmla="*/ 213029 h 413236"/>
              <a:gd name="connsiteX32" fmla="*/ 349864 w 445134"/>
              <a:gd name="connsiteY32" fmla="*/ 63073 h 413236"/>
              <a:gd name="connsiteX33" fmla="*/ 363489 w 445134"/>
              <a:gd name="connsiteY33" fmla="*/ 60784 h 413236"/>
              <a:gd name="connsiteX34" fmla="*/ 370302 w 445134"/>
              <a:gd name="connsiteY34" fmla="*/ 76810 h 413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445134" h="413236">
                <a:moveTo>
                  <a:pt x="393014" y="115"/>
                </a:moveTo>
                <a:lnTo>
                  <a:pt x="51214" y="115"/>
                </a:lnTo>
                <a:cubicBezTo>
                  <a:pt x="22825" y="115"/>
                  <a:pt x="114" y="23009"/>
                  <a:pt x="114" y="51626"/>
                </a:cubicBezTo>
                <a:lnTo>
                  <a:pt x="114" y="273698"/>
                </a:lnTo>
                <a:cubicBezTo>
                  <a:pt x="114" y="302316"/>
                  <a:pt x="22825" y="325209"/>
                  <a:pt x="51214" y="325209"/>
                </a:cubicBezTo>
                <a:lnTo>
                  <a:pt x="179531" y="325209"/>
                </a:lnTo>
                <a:lnTo>
                  <a:pt x="179531" y="388168"/>
                </a:lnTo>
                <a:lnTo>
                  <a:pt x="109127" y="388168"/>
                </a:lnTo>
                <a:cubicBezTo>
                  <a:pt x="102313" y="388168"/>
                  <a:pt x="96636" y="393892"/>
                  <a:pt x="96636" y="400759"/>
                </a:cubicBezTo>
                <a:cubicBezTo>
                  <a:pt x="96636" y="407628"/>
                  <a:pt x="102313" y="413352"/>
                  <a:pt x="109127" y="413352"/>
                </a:cubicBezTo>
                <a:lnTo>
                  <a:pt x="326017" y="413352"/>
                </a:lnTo>
                <a:cubicBezTo>
                  <a:pt x="332830" y="413352"/>
                  <a:pt x="338507" y="407628"/>
                  <a:pt x="338507" y="400759"/>
                </a:cubicBezTo>
                <a:cubicBezTo>
                  <a:pt x="338507" y="393892"/>
                  <a:pt x="332830" y="388168"/>
                  <a:pt x="326017" y="388168"/>
                </a:cubicBezTo>
                <a:lnTo>
                  <a:pt x="256749" y="388168"/>
                </a:lnTo>
                <a:lnTo>
                  <a:pt x="256749" y="325209"/>
                </a:lnTo>
                <a:lnTo>
                  <a:pt x="394149" y="325209"/>
                </a:lnTo>
                <a:cubicBezTo>
                  <a:pt x="422538" y="325209"/>
                  <a:pt x="445249" y="302316"/>
                  <a:pt x="445249" y="273698"/>
                </a:cubicBezTo>
                <a:lnTo>
                  <a:pt x="445249" y="51626"/>
                </a:lnTo>
                <a:cubicBezTo>
                  <a:pt x="444113" y="24154"/>
                  <a:pt x="421402" y="115"/>
                  <a:pt x="393014" y="115"/>
                </a:cubicBezTo>
                <a:moveTo>
                  <a:pt x="370302" y="76810"/>
                </a:moveTo>
                <a:cubicBezTo>
                  <a:pt x="370302" y="76810"/>
                  <a:pt x="370302" y="77954"/>
                  <a:pt x="370302" y="76810"/>
                </a:cubicBezTo>
                <a:lnTo>
                  <a:pt x="370302" y="77954"/>
                </a:lnTo>
                <a:lnTo>
                  <a:pt x="243122" y="248515"/>
                </a:lnTo>
                <a:lnTo>
                  <a:pt x="239715" y="246225"/>
                </a:lnTo>
                <a:lnTo>
                  <a:pt x="139786" y="172965"/>
                </a:lnTo>
                <a:lnTo>
                  <a:pt x="104585" y="218753"/>
                </a:lnTo>
                <a:cubicBezTo>
                  <a:pt x="101178" y="224476"/>
                  <a:pt x="94365" y="226766"/>
                  <a:pt x="88687" y="224476"/>
                </a:cubicBezTo>
                <a:cubicBezTo>
                  <a:pt x="81873" y="222186"/>
                  <a:pt x="78467" y="214173"/>
                  <a:pt x="80738" y="207306"/>
                </a:cubicBezTo>
                <a:cubicBezTo>
                  <a:pt x="80738" y="206162"/>
                  <a:pt x="80738" y="206162"/>
                  <a:pt x="81873" y="205016"/>
                </a:cubicBezTo>
                <a:lnTo>
                  <a:pt x="129566" y="142058"/>
                </a:lnTo>
                <a:lnTo>
                  <a:pt x="134109" y="136334"/>
                </a:lnTo>
                <a:lnTo>
                  <a:pt x="237443" y="213029"/>
                </a:lnTo>
                <a:lnTo>
                  <a:pt x="349864" y="63073"/>
                </a:lnTo>
                <a:cubicBezTo>
                  <a:pt x="353270" y="59639"/>
                  <a:pt x="358948" y="58495"/>
                  <a:pt x="363489" y="60784"/>
                </a:cubicBezTo>
                <a:cubicBezTo>
                  <a:pt x="370302" y="63073"/>
                  <a:pt x="373709" y="69942"/>
                  <a:pt x="370302" y="76810"/>
                </a:cubicBezTo>
              </a:path>
            </a:pathLst>
          </a:custGeom>
          <a:solidFill>
            <a:srgbClr val="FFFFFF"/>
          </a:solidFill>
          <a:ln w="15666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29"/>
          <p:cNvSpPr/>
          <p:nvPr>
            <p:custDataLst>
              <p:tags r:id="rId25"/>
            </p:custDataLst>
          </p:nvPr>
        </p:nvSpPr>
        <p:spPr>
          <a:xfrm rot="20640000">
            <a:off x="5776611" y="5420506"/>
            <a:ext cx="410842" cy="444670"/>
          </a:xfrm>
          <a:custGeom>
            <a:avLst/>
            <a:gdLst>
              <a:gd name="connsiteX0" fmla="*/ 387872 w 387762"/>
              <a:gd name="connsiteY0" fmla="*/ 221813 h 445134"/>
              <a:gd name="connsiteX1" fmla="*/ 244912 w 387762"/>
              <a:gd name="connsiteY1" fmla="*/ 361274 h 445134"/>
              <a:gd name="connsiteX2" fmla="*/ 208881 w 387762"/>
              <a:gd name="connsiteY2" fmla="*/ 325800 h 445134"/>
              <a:gd name="connsiteX3" fmla="*/ 153912 w 387762"/>
              <a:gd name="connsiteY3" fmla="*/ 325800 h 445134"/>
              <a:gd name="connsiteX4" fmla="*/ 153912 w 387762"/>
              <a:gd name="connsiteY4" fmla="*/ 379787 h 445134"/>
              <a:gd name="connsiteX5" fmla="*/ 212166 w 387762"/>
              <a:gd name="connsiteY5" fmla="*/ 445248 h 445134"/>
              <a:gd name="connsiteX6" fmla="*/ 72678 w 387762"/>
              <a:gd name="connsiteY6" fmla="*/ 443376 h 445134"/>
              <a:gd name="connsiteX7" fmla="*/ 109 w 387762"/>
              <a:gd name="connsiteY7" fmla="*/ 369498 h 445134"/>
              <a:gd name="connsiteX8" fmla="*/ 109 w 387762"/>
              <a:gd name="connsiteY8" fmla="*/ 73991 h 445134"/>
              <a:gd name="connsiteX9" fmla="*/ 72678 w 387762"/>
              <a:gd name="connsiteY9" fmla="*/ 114 h 445134"/>
              <a:gd name="connsiteX10" fmla="*/ 314573 w 387762"/>
              <a:gd name="connsiteY10" fmla="*/ 114 h 445134"/>
              <a:gd name="connsiteX11" fmla="*/ 387142 w 387762"/>
              <a:gd name="connsiteY11" fmla="*/ 73991 h 445134"/>
              <a:gd name="connsiteX12" fmla="*/ 387872 w 387762"/>
              <a:gd name="connsiteY12" fmla="*/ 221813 h 445134"/>
              <a:gd name="connsiteX13" fmla="*/ 193625 w 387762"/>
              <a:gd name="connsiteY13" fmla="*/ 197118 h 445134"/>
              <a:gd name="connsiteX14" fmla="*/ 290384 w 387762"/>
              <a:gd name="connsiteY14" fmla="*/ 98617 h 445134"/>
              <a:gd name="connsiteX15" fmla="*/ 266195 w 387762"/>
              <a:gd name="connsiteY15" fmla="*/ 73991 h 445134"/>
              <a:gd name="connsiteX16" fmla="*/ 242004 w 387762"/>
              <a:gd name="connsiteY16" fmla="*/ 98617 h 445134"/>
              <a:gd name="connsiteX17" fmla="*/ 193625 w 387762"/>
              <a:gd name="connsiteY17" fmla="*/ 147868 h 445134"/>
              <a:gd name="connsiteX18" fmla="*/ 145246 w 387762"/>
              <a:gd name="connsiteY18" fmla="*/ 98617 h 445134"/>
              <a:gd name="connsiteX19" fmla="*/ 121057 w 387762"/>
              <a:gd name="connsiteY19" fmla="*/ 73991 h 445134"/>
              <a:gd name="connsiteX20" fmla="*/ 96867 w 387762"/>
              <a:gd name="connsiteY20" fmla="*/ 98617 h 445134"/>
              <a:gd name="connsiteX21" fmla="*/ 193625 w 387762"/>
              <a:gd name="connsiteY21" fmla="*/ 197118 h 44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48" h="701">
                <a:moveTo>
                  <a:pt x="611" y="349"/>
                </a:moveTo>
                <a:lnTo>
                  <a:pt x="386" y="569"/>
                </a:lnTo>
                <a:lnTo>
                  <a:pt x="329" y="513"/>
                </a:lnTo>
                <a:cubicBezTo>
                  <a:pt x="305" y="489"/>
                  <a:pt x="266" y="489"/>
                  <a:pt x="242" y="513"/>
                </a:cubicBezTo>
                <a:cubicBezTo>
                  <a:pt x="218" y="537"/>
                  <a:pt x="218" y="574"/>
                  <a:pt x="242" y="598"/>
                </a:cubicBezTo>
                <a:lnTo>
                  <a:pt x="334" y="701"/>
                </a:lnTo>
                <a:lnTo>
                  <a:pt x="114" y="698"/>
                </a:lnTo>
                <a:cubicBezTo>
                  <a:pt x="50" y="698"/>
                  <a:pt x="0" y="648"/>
                  <a:pt x="0" y="582"/>
                </a:cubicBezTo>
                <a:lnTo>
                  <a:pt x="0" y="116"/>
                </a:lnTo>
                <a:cubicBezTo>
                  <a:pt x="0" y="50"/>
                  <a:pt x="50" y="0"/>
                  <a:pt x="114" y="0"/>
                </a:cubicBezTo>
                <a:lnTo>
                  <a:pt x="495" y="0"/>
                </a:lnTo>
                <a:cubicBezTo>
                  <a:pt x="560" y="0"/>
                  <a:pt x="610" y="50"/>
                  <a:pt x="610" y="116"/>
                </a:cubicBezTo>
                <a:lnTo>
                  <a:pt x="611" y="349"/>
                </a:lnTo>
                <a:close/>
                <a:moveTo>
                  <a:pt x="305" y="310"/>
                </a:moveTo>
                <a:cubicBezTo>
                  <a:pt x="389" y="310"/>
                  <a:pt x="457" y="240"/>
                  <a:pt x="457" y="155"/>
                </a:cubicBezTo>
                <a:cubicBezTo>
                  <a:pt x="457" y="132"/>
                  <a:pt x="442" y="116"/>
                  <a:pt x="419" y="116"/>
                </a:cubicBezTo>
                <a:cubicBezTo>
                  <a:pt x="396" y="116"/>
                  <a:pt x="381" y="132"/>
                  <a:pt x="381" y="155"/>
                </a:cubicBezTo>
                <a:cubicBezTo>
                  <a:pt x="381" y="198"/>
                  <a:pt x="347" y="233"/>
                  <a:pt x="305" y="233"/>
                </a:cubicBezTo>
                <a:cubicBezTo>
                  <a:pt x="263" y="233"/>
                  <a:pt x="229" y="198"/>
                  <a:pt x="229" y="155"/>
                </a:cubicBezTo>
                <a:cubicBezTo>
                  <a:pt x="229" y="132"/>
                  <a:pt x="213" y="116"/>
                  <a:pt x="190" y="116"/>
                </a:cubicBezTo>
                <a:cubicBezTo>
                  <a:pt x="168" y="116"/>
                  <a:pt x="152" y="132"/>
                  <a:pt x="152" y="155"/>
                </a:cubicBezTo>
                <a:cubicBezTo>
                  <a:pt x="152" y="240"/>
                  <a:pt x="221" y="310"/>
                  <a:pt x="305" y="310"/>
                </a:cubicBezTo>
                <a:close/>
                <a:moveTo>
                  <a:pt x="389" y="698"/>
                </a:moveTo>
                <a:cubicBezTo>
                  <a:pt x="377" y="698"/>
                  <a:pt x="366" y="694"/>
                  <a:pt x="358" y="687"/>
                </a:cubicBezTo>
                <a:lnTo>
                  <a:pt x="267" y="590"/>
                </a:lnTo>
                <a:cubicBezTo>
                  <a:pt x="251" y="574"/>
                  <a:pt x="251" y="551"/>
                  <a:pt x="267" y="535"/>
                </a:cubicBezTo>
                <a:cubicBezTo>
                  <a:pt x="282" y="520"/>
                  <a:pt x="305" y="520"/>
                  <a:pt x="320" y="535"/>
                </a:cubicBezTo>
                <a:lnTo>
                  <a:pt x="389" y="605"/>
                </a:lnTo>
                <a:lnTo>
                  <a:pt x="583" y="407"/>
                </a:lnTo>
                <a:cubicBezTo>
                  <a:pt x="598" y="392"/>
                  <a:pt x="621" y="392"/>
                  <a:pt x="636" y="407"/>
                </a:cubicBezTo>
                <a:cubicBezTo>
                  <a:pt x="651" y="423"/>
                  <a:pt x="651" y="446"/>
                  <a:pt x="636" y="462"/>
                </a:cubicBezTo>
                <a:lnTo>
                  <a:pt x="408" y="694"/>
                </a:lnTo>
                <a:lnTo>
                  <a:pt x="389" y="698"/>
                </a:lnTo>
                <a:close/>
              </a:path>
            </a:pathLst>
          </a:custGeom>
          <a:solidFill>
            <a:srgbClr val="FFFFFF"/>
          </a:solidFill>
          <a:ln w="1558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13799" y="611338"/>
            <a:ext cx="10957774" cy="704865"/>
          </a:xfrm>
        </p:spPr>
        <p:txBody>
          <a:bodyPr wrap="square">
            <a:normAutofit fontScale="90000"/>
          </a:bodyPr>
          <a:lstStyle/>
          <a:p>
            <a:r>
              <a:rPr lang="en-US" spc="0">
                <a:solidFill>
                  <a:schemeClr val="tx1"/>
                </a:solidFill>
                <a:latin typeface="+mj-lt"/>
              </a:rPr>
              <a:t>Implementation vs. Testing Status</a:t>
            </a:r>
            <a:endParaRPr lang="en-US" spc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图片 56" descr="未标题-1"/>
          <p:cNvSpPr/>
          <p:nvPr>
            <p:custDataLst>
              <p:tags r:id="rId2"/>
            </p:custDataLst>
          </p:nvPr>
        </p:nvSpPr>
        <p:spPr>
          <a:xfrm>
            <a:off x="6667" y="2241001"/>
            <a:ext cx="10673068" cy="2771558"/>
          </a:xfrm>
          <a:custGeom>
            <a:avLst/>
            <a:gdLst>
              <a:gd name="connsiteX0" fmla="*/ 0 w 16893"/>
              <a:gd name="connsiteY0" fmla="*/ 2499 h 4386"/>
              <a:gd name="connsiteX1" fmla="*/ 622 w 16893"/>
              <a:gd name="connsiteY1" fmla="*/ 1965 h 4386"/>
              <a:gd name="connsiteX2" fmla="*/ 2358 w 16893"/>
              <a:gd name="connsiteY2" fmla="*/ 1262 h 4386"/>
              <a:gd name="connsiteX3" fmla="*/ 6286 w 16893"/>
              <a:gd name="connsiteY3" fmla="*/ 2564 h 4386"/>
              <a:gd name="connsiteX4" fmla="*/ 6952 w 16893"/>
              <a:gd name="connsiteY4" fmla="*/ 3155 h 4386"/>
              <a:gd name="connsiteX5" fmla="*/ 8609 w 16893"/>
              <a:gd name="connsiteY5" fmla="*/ 4168 h 4386"/>
              <a:gd name="connsiteX6" fmla="*/ 10854 w 16893"/>
              <a:gd name="connsiteY6" fmla="*/ 4318 h 4386"/>
              <a:gd name="connsiteX7" fmla="*/ 14538 w 16893"/>
              <a:gd name="connsiteY7" fmla="*/ 2343 h 4386"/>
              <a:gd name="connsiteX8" fmla="*/ 16476 w 16893"/>
              <a:gd name="connsiteY8" fmla="*/ 417 h 4386"/>
              <a:gd name="connsiteX9" fmla="*/ 16893 w 16893"/>
              <a:gd name="connsiteY9" fmla="*/ 0 h 4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893" h="4387">
                <a:moveTo>
                  <a:pt x="0" y="2499"/>
                </a:moveTo>
                <a:cubicBezTo>
                  <a:pt x="179" y="2304"/>
                  <a:pt x="388" y="2124"/>
                  <a:pt x="622" y="1965"/>
                </a:cubicBezTo>
                <a:cubicBezTo>
                  <a:pt x="1110" y="1625"/>
                  <a:pt x="1703" y="1361"/>
                  <a:pt x="2358" y="1262"/>
                </a:cubicBezTo>
                <a:cubicBezTo>
                  <a:pt x="3886" y="1030"/>
                  <a:pt x="5287" y="1770"/>
                  <a:pt x="6286" y="2564"/>
                </a:cubicBezTo>
                <a:cubicBezTo>
                  <a:pt x="6525" y="2753"/>
                  <a:pt x="6738" y="2951"/>
                  <a:pt x="6952" y="3155"/>
                </a:cubicBezTo>
                <a:cubicBezTo>
                  <a:pt x="7504" y="3593"/>
                  <a:pt x="7896" y="3931"/>
                  <a:pt x="8609" y="4168"/>
                </a:cubicBezTo>
                <a:cubicBezTo>
                  <a:pt x="9295" y="4393"/>
                  <a:pt x="10126" y="4447"/>
                  <a:pt x="10854" y="4318"/>
                </a:cubicBezTo>
                <a:cubicBezTo>
                  <a:pt x="12385" y="3972"/>
                  <a:pt x="13581" y="3246"/>
                  <a:pt x="14538" y="2343"/>
                </a:cubicBezTo>
                <a:cubicBezTo>
                  <a:pt x="15205" y="1715"/>
                  <a:pt x="15833" y="1061"/>
                  <a:pt x="16476" y="417"/>
                </a:cubicBezTo>
                <a:lnTo>
                  <a:pt x="16893" y="0"/>
                </a:lnTo>
              </a:path>
            </a:pathLst>
          </a:custGeom>
          <a:noFill/>
          <a:ln w="19055" cap="flat">
            <a:solidFill>
              <a:schemeClr val="accent1">
                <a:alpha val="35000"/>
              </a:schemeClr>
            </a:solidFill>
            <a:custDash>
              <a:ds d="300000" sp="225000"/>
            </a:custDash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椭圆 6"/>
          <p:cNvSpPr/>
          <p:nvPr>
            <p:custDataLst>
              <p:tags r:id="rId3"/>
            </p:custDataLst>
          </p:nvPr>
        </p:nvSpPr>
        <p:spPr>
          <a:xfrm>
            <a:off x="1704325" y="2797621"/>
            <a:ext cx="471326" cy="4719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椭圆 7"/>
          <p:cNvSpPr/>
          <p:nvPr>
            <p:custDataLst>
              <p:tags r:id="rId4"/>
            </p:custDataLst>
          </p:nvPr>
        </p:nvSpPr>
        <p:spPr>
          <a:xfrm>
            <a:off x="3662286" y="3597485"/>
            <a:ext cx="471326" cy="4719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椭圆 9"/>
          <p:cNvSpPr/>
          <p:nvPr>
            <p:custDataLst>
              <p:tags r:id="rId5"/>
            </p:custDataLst>
          </p:nvPr>
        </p:nvSpPr>
        <p:spPr>
          <a:xfrm>
            <a:off x="7612958" y="4395453"/>
            <a:ext cx="471326" cy="4719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椭圆 11"/>
          <p:cNvSpPr/>
          <p:nvPr>
            <p:custDataLst>
              <p:tags r:id="rId6"/>
            </p:custDataLst>
          </p:nvPr>
        </p:nvSpPr>
        <p:spPr>
          <a:xfrm>
            <a:off x="9388328" y="3026334"/>
            <a:ext cx="471326" cy="47195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椭圆 54"/>
          <p:cNvSpPr/>
          <p:nvPr>
            <p:custDataLst>
              <p:tags r:id="rId7"/>
            </p:custDataLst>
          </p:nvPr>
        </p:nvSpPr>
        <p:spPr>
          <a:xfrm>
            <a:off x="5328986" y="4669656"/>
            <a:ext cx="471326" cy="47195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3"/>
          <p:cNvSpPr/>
          <p:nvPr>
            <p:custDataLst>
              <p:tags r:id="rId8"/>
            </p:custDataLst>
          </p:nvPr>
        </p:nvSpPr>
        <p:spPr>
          <a:xfrm rot="21120000">
            <a:off x="10670890" y="1473359"/>
            <a:ext cx="696760" cy="697328"/>
          </a:xfrm>
          <a:custGeom>
            <a:avLst/>
            <a:gdLst>
              <a:gd name="connsiteX0" fmla="*/ 700097 w 700284"/>
              <a:gd name="connsiteY0" fmla="*/ 857 h 700855"/>
              <a:gd name="connsiteX1" fmla="*/ 697850 w 700284"/>
              <a:gd name="connsiteY1" fmla="*/ 40730 h 700855"/>
              <a:gd name="connsiteX2" fmla="*/ 668129 w 700284"/>
              <a:gd name="connsiteY2" fmla="*/ 171739 h 700855"/>
              <a:gd name="connsiteX3" fmla="*/ 567848 w 700284"/>
              <a:gd name="connsiteY3" fmla="*/ 326540 h 700855"/>
              <a:gd name="connsiteX4" fmla="*/ 370811 w 700284"/>
              <a:gd name="connsiteY4" fmla="*/ 497034 h 700855"/>
              <a:gd name="connsiteX5" fmla="*/ 365386 w 700284"/>
              <a:gd name="connsiteY5" fmla="*/ 508348 h 700855"/>
              <a:gd name="connsiteX6" fmla="*/ 366975 w 700284"/>
              <a:gd name="connsiteY6" fmla="*/ 621107 h 700855"/>
              <a:gd name="connsiteX7" fmla="*/ 359613 w 700284"/>
              <a:gd name="connsiteY7" fmla="*/ 636219 h 700855"/>
              <a:gd name="connsiteX8" fmla="*/ 281379 w 700284"/>
              <a:gd name="connsiteY8" fmla="*/ 697171 h 700855"/>
              <a:gd name="connsiteX9" fmla="*/ 270878 w 700284"/>
              <a:gd name="connsiteY9" fmla="*/ 693296 h 700855"/>
              <a:gd name="connsiteX10" fmla="*/ 249683 w 700284"/>
              <a:gd name="connsiteY10" fmla="*/ 594642 h 700855"/>
              <a:gd name="connsiteX11" fmla="*/ 222287 w 700284"/>
              <a:gd name="connsiteY11" fmla="*/ 596385 h 700855"/>
              <a:gd name="connsiteX12" fmla="*/ 199038 w 700284"/>
              <a:gd name="connsiteY12" fmla="*/ 606925 h 700855"/>
              <a:gd name="connsiteX13" fmla="*/ 176913 w 700284"/>
              <a:gd name="connsiteY13" fmla="*/ 606034 h 700855"/>
              <a:gd name="connsiteX14" fmla="*/ 132584 w 700284"/>
              <a:gd name="connsiteY14" fmla="*/ 570462 h 700855"/>
              <a:gd name="connsiteX15" fmla="*/ 93835 w 700284"/>
              <a:gd name="connsiteY15" fmla="*/ 523267 h 700855"/>
              <a:gd name="connsiteX16" fmla="*/ 92789 w 700284"/>
              <a:gd name="connsiteY16" fmla="*/ 500017 h 700855"/>
              <a:gd name="connsiteX17" fmla="*/ 104995 w 700284"/>
              <a:gd name="connsiteY17" fmla="*/ 472700 h 700855"/>
              <a:gd name="connsiteX18" fmla="*/ 106855 w 700284"/>
              <a:gd name="connsiteY18" fmla="*/ 457200 h 700855"/>
              <a:gd name="connsiteX19" fmla="*/ 98563 w 700284"/>
              <a:gd name="connsiteY19" fmla="*/ 448869 h 700855"/>
              <a:gd name="connsiteX20" fmla="*/ 7930 w 700284"/>
              <a:gd name="connsiteY20" fmla="*/ 429689 h 700855"/>
              <a:gd name="connsiteX21" fmla="*/ 3667 w 700284"/>
              <a:gd name="connsiteY21" fmla="*/ 418413 h 700855"/>
              <a:gd name="connsiteX22" fmla="*/ 62798 w 700284"/>
              <a:gd name="connsiteY22" fmla="*/ 342349 h 700855"/>
              <a:gd name="connsiteX23" fmla="*/ 80855 w 700284"/>
              <a:gd name="connsiteY23" fmla="*/ 333631 h 700855"/>
              <a:gd name="connsiteX24" fmla="*/ 190785 w 700284"/>
              <a:gd name="connsiteY24" fmla="*/ 335297 h 700855"/>
              <a:gd name="connsiteX25" fmla="*/ 201441 w 700284"/>
              <a:gd name="connsiteY25" fmla="*/ 329795 h 700855"/>
              <a:gd name="connsiteX26" fmla="*/ 367401 w 700284"/>
              <a:gd name="connsiteY26" fmla="*/ 137407 h 700855"/>
              <a:gd name="connsiteX27" fmla="*/ 517707 w 700284"/>
              <a:gd name="connsiteY27" fmla="*/ 35305 h 700855"/>
              <a:gd name="connsiteX28" fmla="*/ 691495 w 700284"/>
              <a:gd name="connsiteY28" fmla="*/ 43 h 700855"/>
              <a:gd name="connsiteX29" fmla="*/ 697888 w 700284"/>
              <a:gd name="connsiteY29" fmla="*/ 43 h 700855"/>
              <a:gd name="connsiteX30" fmla="*/ 700097 w 700284"/>
              <a:gd name="connsiteY30" fmla="*/ 857 h 700855"/>
              <a:gd name="connsiteX31" fmla="*/ 480857 w 700284"/>
              <a:gd name="connsiteY31" fmla="*/ 276554 h 700855"/>
              <a:gd name="connsiteX32" fmla="*/ 538356 w 700284"/>
              <a:gd name="connsiteY32" fmla="*/ 218404 h 700855"/>
              <a:gd name="connsiteX33" fmla="*/ 480183 w 700284"/>
              <a:gd name="connsiteY33" fmla="*/ 160932 h 700855"/>
              <a:gd name="connsiteX34" fmla="*/ 422734 w 700284"/>
              <a:gd name="connsiteY34" fmla="*/ 219128 h 700855"/>
              <a:gd name="connsiteX35" fmla="*/ 480857 w 700284"/>
              <a:gd name="connsiteY35" fmla="*/ 276399 h 700855"/>
              <a:gd name="connsiteX36" fmla="*/ 480857 w 700284"/>
              <a:gd name="connsiteY36" fmla="*/ 276554 h 70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00284" h="700855">
                <a:moveTo>
                  <a:pt x="700097" y="857"/>
                </a:moveTo>
                <a:cubicBezTo>
                  <a:pt x="699400" y="13838"/>
                  <a:pt x="699283" y="27323"/>
                  <a:pt x="697850" y="40730"/>
                </a:cubicBezTo>
                <a:cubicBezTo>
                  <a:pt x="693498" y="85476"/>
                  <a:pt x="683513" y="129495"/>
                  <a:pt x="668129" y="171739"/>
                </a:cubicBezTo>
                <a:cubicBezTo>
                  <a:pt x="646159" y="230753"/>
                  <a:pt x="613881" y="282947"/>
                  <a:pt x="567848" y="326540"/>
                </a:cubicBezTo>
                <a:cubicBezTo>
                  <a:pt x="504804" y="386406"/>
                  <a:pt x="437846" y="441701"/>
                  <a:pt x="370811" y="497034"/>
                </a:cubicBezTo>
                <a:cubicBezTo>
                  <a:pt x="367149" y="499599"/>
                  <a:pt x="365092" y="503888"/>
                  <a:pt x="365386" y="508348"/>
                </a:cubicBezTo>
                <a:cubicBezTo>
                  <a:pt x="366045" y="545935"/>
                  <a:pt x="366277" y="583521"/>
                  <a:pt x="366975" y="621107"/>
                </a:cubicBezTo>
                <a:cubicBezTo>
                  <a:pt x="367370" y="627094"/>
                  <a:pt x="364568" y="632840"/>
                  <a:pt x="359613" y="636219"/>
                </a:cubicBezTo>
                <a:cubicBezTo>
                  <a:pt x="333418" y="656368"/>
                  <a:pt x="307457" y="676828"/>
                  <a:pt x="281379" y="697171"/>
                </a:cubicBezTo>
                <a:cubicBezTo>
                  <a:pt x="274404" y="702595"/>
                  <a:pt x="272777" y="702092"/>
                  <a:pt x="270878" y="693296"/>
                </a:cubicBezTo>
                <a:cubicBezTo>
                  <a:pt x="263748" y="660359"/>
                  <a:pt x="256735" y="627423"/>
                  <a:pt x="249683" y="594642"/>
                </a:cubicBezTo>
                <a:cubicBezTo>
                  <a:pt x="240809" y="590744"/>
                  <a:pt x="230595" y="591394"/>
                  <a:pt x="222287" y="596385"/>
                </a:cubicBezTo>
                <a:cubicBezTo>
                  <a:pt x="214809" y="600454"/>
                  <a:pt x="206439" y="602895"/>
                  <a:pt x="199038" y="606925"/>
                </a:cubicBezTo>
                <a:cubicBezTo>
                  <a:pt x="192203" y="611288"/>
                  <a:pt x="183376" y="610932"/>
                  <a:pt x="176913" y="606034"/>
                </a:cubicBezTo>
                <a:cubicBezTo>
                  <a:pt x="161684" y="594719"/>
                  <a:pt x="145914" y="583792"/>
                  <a:pt x="132584" y="570462"/>
                </a:cubicBezTo>
                <a:cubicBezTo>
                  <a:pt x="118666" y="555579"/>
                  <a:pt x="105724" y="539816"/>
                  <a:pt x="93835" y="523267"/>
                </a:cubicBezTo>
                <a:cubicBezTo>
                  <a:pt x="88628" y="516509"/>
                  <a:pt x="88209" y="507213"/>
                  <a:pt x="92789" y="500017"/>
                </a:cubicBezTo>
                <a:cubicBezTo>
                  <a:pt x="97517" y="491260"/>
                  <a:pt x="100539" y="481689"/>
                  <a:pt x="104995" y="472700"/>
                </a:cubicBezTo>
                <a:cubicBezTo>
                  <a:pt x="107413" y="467910"/>
                  <a:pt x="108068" y="462423"/>
                  <a:pt x="106855" y="457200"/>
                </a:cubicBezTo>
                <a:cubicBezTo>
                  <a:pt x="106541" y="452752"/>
                  <a:pt x="103011" y="449202"/>
                  <a:pt x="98563" y="448869"/>
                </a:cubicBezTo>
                <a:cubicBezTo>
                  <a:pt x="68339" y="442708"/>
                  <a:pt x="38154" y="436121"/>
                  <a:pt x="7930" y="429689"/>
                </a:cubicBezTo>
                <a:cubicBezTo>
                  <a:pt x="-1680" y="427635"/>
                  <a:pt x="-2300" y="426046"/>
                  <a:pt x="3667" y="418413"/>
                </a:cubicBezTo>
                <a:cubicBezTo>
                  <a:pt x="23429" y="393071"/>
                  <a:pt x="43346" y="368039"/>
                  <a:pt x="62798" y="342349"/>
                </a:cubicBezTo>
                <a:cubicBezTo>
                  <a:pt x="66808" y="336405"/>
                  <a:pt x="73706" y="333073"/>
                  <a:pt x="80855" y="333631"/>
                </a:cubicBezTo>
                <a:cubicBezTo>
                  <a:pt x="117511" y="334483"/>
                  <a:pt x="154167" y="334638"/>
                  <a:pt x="190785" y="335297"/>
                </a:cubicBezTo>
                <a:cubicBezTo>
                  <a:pt x="195055" y="335448"/>
                  <a:pt x="199092" y="333363"/>
                  <a:pt x="201441" y="329795"/>
                </a:cubicBezTo>
                <a:cubicBezTo>
                  <a:pt x="255224" y="264348"/>
                  <a:pt x="309549" y="199367"/>
                  <a:pt x="367401" y="137407"/>
                </a:cubicBezTo>
                <a:cubicBezTo>
                  <a:pt x="409164" y="92478"/>
                  <a:pt x="460549" y="57574"/>
                  <a:pt x="517707" y="35305"/>
                </a:cubicBezTo>
                <a:cubicBezTo>
                  <a:pt x="573129" y="13485"/>
                  <a:pt x="631950" y="1551"/>
                  <a:pt x="691495" y="43"/>
                </a:cubicBezTo>
                <a:cubicBezTo>
                  <a:pt x="693626" y="43"/>
                  <a:pt x="695757" y="43"/>
                  <a:pt x="697888" y="43"/>
                </a:cubicBezTo>
                <a:cubicBezTo>
                  <a:pt x="698160" y="-422"/>
                  <a:pt x="698547" y="-73"/>
                  <a:pt x="700097" y="857"/>
                </a:cubicBezTo>
                <a:moveTo>
                  <a:pt x="480857" y="276554"/>
                </a:moveTo>
                <a:cubicBezTo>
                  <a:pt x="512798" y="276383"/>
                  <a:pt x="538542" y="250344"/>
                  <a:pt x="538356" y="218404"/>
                </a:cubicBezTo>
                <a:cubicBezTo>
                  <a:pt x="538170" y="186467"/>
                  <a:pt x="512123" y="160730"/>
                  <a:pt x="480183" y="160932"/>
                </a:cubicBezTo>
                <a:cubicBezTo>
                  <a:pt x="448246" y="161129"/>
                  <a:pt x="422521" y="187192"/>
                  <a:pt x="422734" y="219128"/>
                </a:cubicBezTo>
                <a:cubicBezTo>
                  <a:pt x="423404" y="250809"/>
                  <a:pt x="449172" y="276197"/>
                  <a:pt x="480857" y="276399"/>
                </a:cubicBezTo>
                <a:lnTo>
                  <a:pt x="480857" y="276554"/>
                </a:lnTo>
              </a:path>
            </a:pathLst>
          </a:custGeom>
          <a:solidFill>
            <a:schemeClr val="accent1"/>
          </a:solidFill>
          <a:ln w="3841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8"/>
          <p:cNvSpPr/>
          <p:nvPr>
            <p:custDataLst>
              <p:tags r:id="rId9"/>
            </p:custDataLst>
          </p:nvPr>
        </p:nvSpPr>
        <p:spPr>
          <a:xfrm rot="21120000">
            <a:off x="10689844" y="2029347"/>
            <a:ext cx="196963" cy="197240"/>
          </a:xfrm>
          <a:custGeom>
            <a:avLst/>
            <a:gdLst>
              <a:gd name="connsiteX0" fmla="*/ 197772 w 197959"/>
              <a:gd name="connsiteY0" fmla="*/ 122284 h 198238"/>
              <a:gd name="connsiteX1" fmla="*/ 154 w 197959"/>
              <a:gd name="connsiteY1" fmla="*/ 198077 h 198238"/>
              <a:gd name="connsiteX2" fmla="*/ 19179 w 197959"/>
              <a:gd name="connsiteY2" fmla="*/ 74081 h 198238"/>
              <a:gd name="connsiteX3" fmla="*/ 75946 w 197959"/>
              <a:gd name="connsiteY3" fmla="*/ -162 h 198238"/>
              <a:gd name="connsiteX4" fmla="*/ 81410 w 197959"/>
              <a:gd name="connsiteY4" fmla="*/ 9216 h 198238"/>
              <a:gd name="connsiteX5" fmla="*/ 81138 w 197959"/>
              <a:gd name="connsiteY5" fmla="*/ 15415 h 198238"/>
              <a:gd name="connsiteX6" fmla="*/ 47543 w 197959"/>
              <a:gd name="connsiteY6" fmla="*/ 142937 h 198238"/>
              <a:gd name="connsiteX7" fmla="*/ 52813 w 197959"/>
              <a:gd name="connsiteY7" fmla="*/ 150067 h 198238"/>
              <a:gd name="connsiteX8" fmla="*/ 173476 w 197959"/>
              <a:gd name="connsiteY8" fmla="*/ 122168 h 198238"/>
              <a:gd name="connsiteX9" fmla="*/ 175879 w 197959"/>
              <a:gd name="connsiteY9" fmla="*/ 120657 h 198238"/>
              <a:gd name="connsiteX10" fmla="*/ 197772 w 197959"/>
              <a:gd name="connsiteY10" fmla="*/ 122284 h 19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7959" h="198238">
                <a:moveTo>
                  <a:pt x="197772" y="122284"/>
                </a:moveTo>
                <a:cubicBezTo>
                  <a:pt x="146507" y="186026"/>
                  <a:pt x="76217" y="197883"/>
                  <a:pt x="154" y="198077"/>
                </a:cubicBezTo>
                <a:cubicBezTo>
                  <a:pt x="-1629" y="154601"/>
                  <a:pt x="3409" y="113488"/>
                  <a:pt x="19179" y="74081"/>
                </a:cubicBezTo>
                <a:cubicBezTo>
                  <a:pt x="30684" y="44454"/>
                  <a:pt x="50368" y="18705"/>
                  <a:pt x="75946" y="-162"/>
                </a:cubicBezTo>
                <a:cubicBezTo>
                  <a:pt x="78007" y="2818"/>
                  <a:pt x="79836" y="5953"/>
                  <a:pt x="81410" y="9216"/>
                </a:cubicBezTo>
                <a:cubicBezTo>
                  <a:pt x="82188" y="11230"/>
                  <a:pt x="82088" y="13478"/>
                  <a:pt x="81138" y="15415"/>
                </a:cubicBezTo>
                <a:cubicBezTo>
                  <a:pt x="54712" y="53931"/>
                  <a:pt x="47621" y="97485"/>
                  <a:pt x="47543" y="142937"/>
                </a:cubicBezTo>
                <a:cubicBezTo>
                  <a:pt x="47543" y="146618"/>
                  <a:pt x="47311" y="150028"/>
                  <a:pt x="52813" y="150067"/>
                </a:cubicBezTo>
                <a:cubicBezTo>
                  <a:pt x="95437" y="150377"/>
                  <a:pt x="136161" y="144022"/>
                  <a:pt x="173476" y="122168"/>
                </a:cubicBezTo>
                <a:cubicBezTo>
                  <a:pt x="174290" y="121703"/>
                  <a:pt x="175104" y="121160"/>
                  <a:pt x="175879" y="120657"/>
                </a:cubicBezTo>
                <a:cubicBezTo>
                  <a:pt x="186380" y="113721"/>
                  <a:pt x="186341" y="113721"/>
                  <a:pt x="197772" y="122284"/>
                </a:cubicBezTo>
                <a:close/>
              </a:path>
            </a:pathLst>
          </a:custGeom>
          <a:solidFill>
            <a:schemeClr val="accent1"/>
          </a:solidFill>
          <a:ln w="3841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椭圆 5"/>
          <p:cNvSpPr/>
          <p:nvPr>
            <p:custDataLst>
              <p:tags r:id="rId10"/>
            </p:custDataLst>
          </p:nvPr>
        </p:nvSpPr>
        <p:spPr>
          <a:xfrm>
            <a:off x="11071454" y="1609829"/>
            <a:ext cx="122570" cy="122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1" name="图片 22" descr="333438303937363b333438313039323bcfeec4bfbcc6bbae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57242" y="4797913"/>
            <a:ext cx="214913" cy="214913"/>
          </a:xfrm>
          <a:prstGeom prst="rect">
            <a:avLst/>
          </a:prstGeom>
        </p:spPr>
      </p:pic>
      <p:pic>
        <p:nvPicPr>
          <p:cNvPr id="33" name="图片 23" descr="333438303937363b333438313038303bd7e9d6afbcdcb9b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16584" y="3154590"/>
            <a:ext cx="214913" cy="214913"/>
          </a:xfrm>
          <a:prstGeom prst="rect">
            <a:avLst/>
          </a:prstGeom>
        </p:spPr>
      </p:pic>
      <p:pic>
        <p:nvPicPr>
          <p:cNvPr id="34" name="图片 26" descr="333438303937363b333438313038383bcfeec4bfd0a7c2ca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740582" y="4523710"/>
            <a:ext cx="214913" cy="214913"/>
          </a:xfrm>
          <a:prstGeom prst="rect">
            <a:avLst/>
          </a:prstGeom>
        </p:spPr>
      </p:pic>
      <p:pic>
        <p:nvPicPr>
          <p:cNvPr id="35" name="图片 31" descr="333438303937363b333438313037303bb6a8cebbb2fac6b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832581" y="2925877"/>
            <a:ext cx="214913" cy="214913"/>
          </a:xfrm>
          <a:prstGeom prst="rect">
            <a:avLst/>
          </a:prstGeom>
        </p:spPr>
      </p:pic>
      <p:pic>
        <p:nvPicPr>
          <p:cNvPr id="36" name="图片 36" descr="333438303937363b333438313035353bb2fac6b7c4a3d0cd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790543" y="3725741"/>
            <a:ext cx="214913" cy="214913"/>
          </a:xfrm>
          <a:prstGeom prst="rect">
            <a:avLst/>
          </a:prstGeom>
        </p:spPr>
      </p:pic>
      <p:sp>
        <p:nvSpPr>
          <p:cNvPr id="38" name="矩形 1"/>
          <p:cNvSpPr/>
          <p:nvPr>
            <p:custDataLst>
              <p:tags r:id="rId26"/>
            </p:custDataLst>
          </p:nvPr>
        </p:nvSpPr>
        <p:spPr>
          <a:xfrm>
            <a:off x="6646929" y="3160908"/>
            <a:ext cx="2132339" cy="9622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20000"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 DESIGNED FOR LINUX: Network namespace script (launch_emane.sh), EMANE daemon execution.</a:t>
            </a:r>
            <a:endParaRPr 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39" name="矩形 4"/>
          <p:cNvSpPr/>
          <p:nvPr>
            <p:custDataLst>
              <p:tags r:id="rId27"/>
            </p:custDataLst>
          </p:nvPr>
        </p:nvSpPr>
        <p:spPr>
          <a:xfrm>
            <a:off x="3744421" y="2552481"/>
            <a:ext cx="2132339" cy="9622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20000"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 IMPLEMENTED &amp; UNIT-TESTED: Schedule optimizer, DSATUR, Validator, EMANE XML Adapter (113 tests).</a:t>
            </a:r>
            <a:endParaRPr 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40" name="矩形 10"/>
          <p:cNvSpPr/>
          <p:nvPr>
            <p:custDataLst>
              <p:tags r:id="rId28"/>
            </p:custDataLst>
          </p:nvPr>
        </p:nvSpPr>
        <p:spPr>
          <a:xfrm>
            <a:off x="849494" y="3543781"/>
            <a:ext cx="2132339" cy="9622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Transparent Engineering Breakdown</a:t>
            </a:r>
            <a:endParaRPr 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41" name="矩形 12"/>
          <p:cNvSpPr/>
          <p:nvPr>
            <p:custDataLst>
              <p:tags r:id="rId29"/>
            </p:custDataLst>
          </p:nvPr>
        </p:nvSpPr>
        <p:spPr>
          <a:xfrm>
            <a:off x="4692127" y="5226908"/>
            <a:ext cx="2132339" cy="9622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 lnSpcReduction="10000"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 CONFIGURATION GENERATED: tdma-schedule.xml, nem.xml, platform.xml (16 NEMs), transvirtual.xml.</a:t>
            </a:r>
            <a:endParaRPr 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42" name="矩形 13"/>
          <p:cNvSpPr/>
          <p:nvPr>
            <p:custDataLst>
              <p:tags r:id="rId30"/>
            </p:custDataLst>
          </p:nvPr>
        </p:nvSpPr>
        <p:spPr>
          <a:xfrm>
            <a:off x="9281553" y="3725741"/>
            <a:ext cx="2132339" cy="9622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20000"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 NOT RUNTIME TESTED: Live EMANE daemon and real packet delivery (Host OS is Windows).</a:t>
            </a:r>
            <a:endParaRPr 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</p:spTree>
    <p:custDataLst>
      <p:tags r:id="rId3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0076" tIns="46941" rIns="90076" bIns="46941" rtlCol="0" anchor="ctr" anchorCtr="0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spc="0" dirty="0">
                <a:latin typeface="+mj-lt"/>
                <a:sym typeface="+mn-ea"/>
              </a:rPr>
              <a:t>Conclusion &amp; Key Takeaways</a:t>
            </a:r>
            <a:endParaRPr lang="en-US" spc="0" dirty="0">
              <a:latin typeface="+mj-lt"/>
              <a:sym typeface="+mn-ea"/>
            </a:endParaRPr>
          </a:p>
        </p:txBody>
      </p:sp>
      <p:sp>
        <p:nvSpPr>
          <p:cNvPr id="7" name="矩形: 圆角 29"/>
          <p:cNvSpPr/>
          <p:nvPr>
            <p:custDataLst>
              <p:tags r:id="rId2"/>
            </p:custDataLst>
          </p:nvPr>
        </p:nvSpPr>
        <p:spPr>
          <a:xfrm>
            <a:off x="699928" y="1585700"/>
            <a:ext cx="3380598" cy="2005443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460012" tIns="553056" rIns="460012" bIns="154805" numCol="1" spcCol="0" rtlCol="0" fromWordArt="0" anchor="ctr" anchorCtr="0" forceAA="0" compatLnSpc="1">
            <a:normAutofit/>
          </a:bodyPr>
          <a:lstStyle/>
          <a:p>
            <a:pPr marL="0" algn="ctr" rtl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2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Summary for Technical Interview Panel</a:t>
            </a:r>
            <a:endParaRPr lang="en-US" sz="16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8" name="标题"/>
          <p:cNvSpPr/>
          <p:nvPr>
            <p:custDataLst>
              <p:tags r:id="rId3"/>
            </p:custDataLst>
          </p:nvPr>
        </p:nvSpPr>
        <p:spPr>
          <a:xfrm>
            <a:off x="1068527" y="1251360"/>
            <a:ext cx="2644125" cy="6493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FFFFFF"/>
                </a:solidFill>
                <a:uFillTx/>
                <a:latin typeface="+mj-lt"/>
                <a:sym typeface="+mn-ea"/>
              </a:rPr>
              <a:t>Title</a:t>
            </a:r>
            <a:endParaRPr lang="en-US" b="1" dirty="0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9" name="矩形: 圆角 1"/>
          <p:cNvSpPr/>
          <p:nvPr>
            <p:custDataLst>
              <p:tags r:id="rId4"/>
            </p:custDataLst>
          </p:nvPr>
        </p:nvSpPr>
        <p:spPr>
          <a:xfrm>
            <a:off x="4436036" y="1585700"/>
            <a:ext cx="3380598" cy="2005443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solidFill>
              <a:schemeClr val="accent2"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460012" tIns="553056" rIns="460012" bIns="154805" numCol="1" spcCol="0" rtlCol="0" fromWordArt="0" anchor="ctr" anchorCtr="0" forceAA="0" compatLnSpc="1">
            <a:normAutofit fontScale="90000" lnSpcReduction="10000"/>
          </a:bodyPr>
          <a:lstStyle/>
          <a:p>
            <a:pPr marL="0" algn="ctr" rtl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2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•  Mathematically rigorous Distance-2 graph coloring formulation for TDMA scheduling.</a:t>
            </a:r>
            <a:endParaRPr lang="en-US" sz="16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10" name="标题"/>
          <p:cNvSpPr/>
          <p:nvPr>
            <p:custDataLst>
              <p:tags r:id="rId5"/>
            </p:custDataLst>
          </p:nvPr>
        </p:nvSpPr>
        <p:spPr>
          <a:xfrm>
            <a:off x="4804635" y="1251360"/>
            <a:ext cx="2644125" cy="64931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FFFFFF"/>
                </a:solidFill>
                <a:uFillTx/>
                <a:latin typeface="+mj-lt"/>
                <a:sym typeface="+mn-ea"/>
              </a:rPr>
              <a:t>Title</a:t>
            </a:r>
            <a:endParaRPr lang="en-US" b="1" dirty="0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11" name="矩形: 圆角 11"/>
          <p:cNvSpPr/>
          <p:nvPr>
            <p:custDataLst>
              <p:tags r:id="rId6"/>
            </p:custDataLst>
          </p:nvPr>
        </p:nvSpPr>
        <p:spPr>
          <a:xfrm>
            <a:off x="8111240" y="1585700"/>
            <a:ext cx="3380598" cy="2005443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solidFill>
              <a:schemeClr val="accent3"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460012" tIns="553056" rIns="460012" bIns="154805" numCol="1" spcCol="0" rtlCol="0" fromWordArt="0" anchor="ctr" anchorCtr="0" forceAA="0" compatLnSpc="1">
            <a:norm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6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•  9-slot conflict-free heuristic schedule achieved on 16-node grid.</a:t>
            </a:r>
            <a:endParaRPr lang="en-US" sz="16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14" name="标题"/>
          <p:cNvSpPr/>
          <p:nvPr>
            <p:custDataLst>
              <p:tags r:id="rId7"/>
            </p:custDataLst>
          </p:nvPr>
        </p:nvSpPr>
        <p:spPr>
          <a:xfrm>
            <a:off x="8479839" y="1251360"/>
            <a:ext cx="2644125" cy="64931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FFFFFF"/>
                </a:solidFill>
                <a:uFillTx/>
                <a:latin typeface="+mj-lt"/>
                <a:sym typeface="+mn-ea"/>
              </a:rPr>
              <a:t>Title</a:t>
            </a:r>
            <a:endParaRPr lang="en-US" b="1" dirty="0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16" name="矩形: 圆角 17"/>
          <p:cNvSpPr/>
          <p:nvPr>
            <p:custDataLst>
              <p:tags r:id="rId8"/>
            </p:custDataLst>
          </p:nvPr>
        </p:nvSpPr>
        <p:spPr>
          <a:xfrm>
            <a:off x="2567665" y="4175408"/>
            <a:ext cx="3380598" cy="2005443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solidFill>
              <a:schemeClr val="accent4"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460012" tIns="552633" rIns="460012" bIns="155228" numCol="1" spcCol="0" rtlCol="0" fromWordArt="0" anchor="ctr" anchorCtr="0" forceAA="0" compatLnSpc="1">
            <a:normAutofit fontScale="90000"/>
          </a:bodyPr>
          <a:lstStyle/>
          <a:p>
            <a:pPr marL="0" algn="ctr" rtl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2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•  Official EMANE TDMA XML event schema integration with 1 ms slot timing.</a:t>
            </a:r>
            <a:endParaRPr lang="en-US" sz="1600" kern="12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17" name="标题"/>
          <p:cNvSpPr/>
          <p:nvPr>
            <p:custDataLst>
              <p:tags r:id="rId9"/>
            </p:custDataLst>
          </p:nvPr>
        </p:nvSpPr>
        <p:spPr>
          <a:xfrm>
            <a:off x="2935630" y="3850585"/>
            <a:ext cx="2644125" cy="64931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FFFFFF"/>
                </a:solidFill>
                <a:uFillTx/>
                <a:latin typeface="+mj-lt"/>
                <a:sym typeface="+mn-ea"/>
              </a:rPr>
              <a:t>Title</a:t>
            </a:r>
            <a:endParaRPr lang="en-US" b="1" dirty="0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20" name="矩形: 圆角 20"/>
          <p:cNvSpPr/>
          <p:nvPr>
            <p:custDataLst>
              <p:tags r:id="rId10"/>
            </p:custDataLst>
          </p:nvPr>
        </p:nvSpPr>
        <p:spPr>
          <a:xfrm>
            <a:off x="6242869" y="4175408"/>
            <a:ext cx="3380598" cy="2005443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solidFill>
              <a:schemeClr val="accent5"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460012" tIns="553056" rIns="460012" bIns="154805" numCol="1" spcCol="0" rtlCol="0" fromWordArt="0" anchor="ctr" anchorCtr="0" forceAA="0" compatLnSpc="1">
            <a:norm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600" dirty="0">
                <a:ln>
                  <a:noFill/>
                </a:ln>
                <a:solidFill>
                  <a:srgbClr val="262626"/>
                </a:solidFill>
                <a:effectLst/>
                <a:latin typeface="+mn-lt"/>
                <a:sym typeface="+mn-ea"/>
              </a:rPr>
              <a:t>•  100% passing automated test suite (113/113) with full defensible documentation.</a:t>
            </a:r>
            <a:endParaRPr lang="en-US" sz="1600" dirty="0">
              <a:ln>
                <a:noFill/>
              </a:ln>
              <a:solidFill>
                <a:srgbClr val="262626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23" name="标题"/>
          <p:cNvSpPr/>
          <p:nvPr>
            <p:custDataLst>
              <p:tags r:id="rId11"/>
            </p:custDataLst>
          </p:nvPr>
        </p:nvSpPr>
        <p:spPr>
          <a:xfrm>
            <a:off x="6610833" y="3850585"/>
            <a:ext cx="2644125" cy="64931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FFFFFF"/>
                </a:solidFill>
                <a:uFillTx/>
                <a:latin typeface="+mj-lt"/>
                <a:sym typeface="+mn-ea"/>
              </a:rPr>
              <a:t>Title</a:t>
            </a:r>
            <a:endParaRPr lang="en-US" b="1" dirty="0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51_3*a*1"/>
  <p:tag name="KSO_WM_TEMPLATE_CATEGORY" val="diagram"/>
  <p:tag name="KSO_WM_TEMPLATE_INDEX" val="20238351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25.31823670540575,&quot;left&quot;:93.49085859580049,&quot;top&quot;:135.55779696061734,&quot;width&quot;:772.01828280839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8351_3*l_i*1_1"/>
  <p:tag name="KSO_WM_TEMPLATE_CATEGORY" val="diagram"/>
  <p:tag name="KSO_WM_TEMPLATE_INDEX" val="20238351"/>
  <p:tag name="KSO_WM_UNIT_LAYERLEVEL" val="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25.31823670540575,&quot;left&quot;:93.49085859580049,&quot;top&quot;:135.55779696061734,&quot;width&quot;:772.0182828083988}"/>
  <p:tag name="KSO_WM_DIAGRAM_COLOR_MATCH_VALUE" val="{&quot;shape&quot;:{&quot;fill&quot;:{&quot;solid&quot;:{&quot;brightness&quot;:0.4000000059604645,&quot;colorType&quot;:1,&quot;foreColorIndex&quot;:5,&quot;transparency&quot;:0.740000009536743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51_3*l_h_i*1_1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4"/>
  <p:tag name="KSO_WM_UNIT_TEXT_FILL_FORE_SCHEMECOLOR_INDEX" val="2"/>
  <p:tag name="KSO_WM_UNIT_TEXT_FILL_TYPE" val="1"/>
  <p:tag name="KSO_WM_UNIT_USESOURCEFORMAT_APPLY" val="1"/>
</p:tagLst>
</file>

<file path=ppt/tags/tag4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25.31823670540575,&quot;left&quot;:93.49085859580049,&quot;top&quot;:135.55779696061734,&quot;width&quot;:772.01828280839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2"/>
  <p:tag name="KSO_WM_UNIT_ID" val="diagram20238351_3*l_h_f*1_1_2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25.31823670540575,&quot;left&quot;:93.49085859580049,&quot;top&quot;:135.55779696061734,&quot;width&quot;:772.01828280839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diagram20238351_3*l_h_f*1_6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25.31823670540575,&quot;left&quot;:93.49085859580049,&quot;top&quot;:135.55779696061734,&quot;width&quot;:772.01828280839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8351_3*l_h_f*1_5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25.31823670540575,&quot;left&quot;:93.49085859580049,&quot;top&quot;:135.55779696061734,&quot;width&quot;:772.0182828083988}"/>
  <p:tag name="KSO_WM_DIAGRAM_COLOR_MATCH_VALUE" val="{&quot;shape&quot;:{&quot;fill&quot;:{&quot;solid&quot;:{&quot;brightness&quot;:0.4000000059604645,&quot;colorType&quot;:1,&quot;foreColorIndex&quot;:5,&quot;transparency&quot;:0.680000007152557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51_3*l_h_i*1_2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4"/>
  <p:tag name="KSO_WM_UNIT_TEXT_FILL_FORE_SCHEMECOLOR_INDEX" val="2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25.31823670540575,&quot;left&quot;:93.49085859580049,&quot;top&quot;:135.55779696061734,&quot;width&quot;:772.01828280839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2"/>
  <p:tag name="KSO_WM_UNIT_ID" val="diagram20238351_3*l_h_f*1_2_2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25.31823670540575,&quot;left&quot;:93.49085859580049,&quot;top&quot;:135.55779696061734,&quot;width&quot;:772.01828280839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351_3*l_h_f*1_3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25.31823670540575,&quot;left&quot;:93.49085859580049,&quot;top&quot;:135.55779696061734,&quot;width&quot;:772.01828280839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351_3*l_h_f*1_4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25.31823670540575,&quot;left&quot;:93.49085859580049,&quot;top&quot;:135.55779696061734,&quot;width&quot;:772.01828280839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80*1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x"/>
  <p:tag name="KSO_WM_UNIT_INDEX" val="1_1"/>
  <p:tag name="KSO_WM_UNIT_ID" val="diagram20238351_3*l_x*1_1"/>
  <p:tag name="KSO_WM_TEMPLATE_CATEGORY" val="diagram"/>
  <p:tag name="KSO_WM_TEMPLATE_INDEX" val="20238351"/>
  <p:tag name="KSO_WM_UNIT_LAYERLEVEL" val="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.xml><?xml version="1.0" encoding="utf-8"?>
<p:tagLst xmlns:p="http://schemas.openxmlformats.org/presentationml/2006/main">
  <p:tag name="KSO_WM_SPECIAL_SOURCE" val="bdnull"/>
  <p:tag name="KSO_WM_SLIDE_ID" val="diagram20238351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3"/>
  <p:tag name="KSO_WM_SLIDE_SIZE" val="772.823*327.417"/>
  <p:tag name="KSO_WM_SLIDE_POSITION" val="93.5883*134.538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51"/>
  <p:tag name="KSO_WM_SLIDE_LAYOUT" val="a_l"/>
  <p:tag name="KSO_WM_SLIDE_LAYOUT_CNT" val="1_1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4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19782645898556,&quot;left&quot;:54.89661466535432,&quot;top&quot;:107.0699779696542,&quot;width&quot;:850.059739501312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4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19782645898556,&quot;left&quot;:54.89661466535432,&quot;top&quot;:107.0699779696542,&quot;width&quot;:850.059739501312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4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19782645898556,&quot;left&quot;:54.89661466535432,&quot;top&quot;:107.0699779696542,&quot;width&quot;:850.059739501312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4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19782645898556,&quot;left&quot;:54.89661466535432,&quot;top&quot;:107.0699779696542,&quot;width&quot;:850.059739501312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4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19782645898556,&quot;left&quot;:54.89661466535432,&quot;top&quot;:107.0699779696542,&quot;width&quot;:850.059739501312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4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19782645898556,&quot;left&quot;:54.89661466535432,&quot;top&quot;:107.0699779696542,&quot;width&quot;:850.059739501312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4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19782645898556,&quot;left&quot;:54.89661466535432,&quot;top&quot;:107.0699779696542,&quot;width&quot;:850.059739501312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4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19782645898556,&quot;left&quot;:54.89661466535432,&quot;top&quot;:107.0699779696542,&quot;width&quot;:850.059739501312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4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19782645898556,&quot;left&quot;:54.89661466535432,&quot;top&quot;:107.0699779696542,&quot;width&quot;:850.059739501312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4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19782645898556,&quot;left&quot;:54.89661466535432,&quot;top&quot;:107.0699779696542,&quot;width&quot;:850.059739501312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407_1*a*1"/>
  <p:tag name="KSO_WM_TEMPLATE_CATEGORY" val="diagram"/>
  <p:tag name="KSO_WM_TEMPLATE_INDEX" val="20238407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6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407_1*l_h_i*1_2_2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1"/>
  <p:tag name="KSO_WM_UNIT_FILL_FORE_SCHEMECOLOR_INDEX" val="16"/>
  <p:tag name="KSO_WM_UNIT_FILL_FORE_SCHEMECOLOR_INDEX_BRIGHTNESS" val="0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27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407_1*l_h_i*1_1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8407_1*l_h_i*1_5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9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407_1*l_h_i*1_3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407_1*l_h_i*1_1_2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1"/>
  <p:tag name="KSO_WM_UNIT_FILL_FORE_SCHEMECOLOR_INDEX" val="16"/>
  <p:tag name="KSO_WM_UNIT_FILL_FORE_SCHEMECOLOR_INDEX_BRIGHTNESS" val="0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8407_1*l_h_i*1_5_2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1"/>
  <p:tag name="KSO_WM_UNIT_FILL_FORE_SCHEMECOLOR_INDEX" val="16"/>
  <p:tag name="KSO_WM_UNIT_FILL_FORE_SCHEMECOLOR_INDEX_BRIGHTNESS" val="0"/>
  <p:tag name="KSO_WM_UNIT_SHADOW_SCHEMECOLOR_INDEX" val="9"/>
  <p:tag name="KSO_WM_UNIT_TEXT_FILL_FORE_SCHEMECOLOR_INDEX" val="2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407_1*l_h_i*1_4_2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1"/>
  <p:tag name="KSO_WM_UNIT_FILL_FORE_SCHEMECOLOR_INDEX" val="16"/>
  <p:tag name="KSO_WM_UNIT_FILL_FORE_SCHEMECOLOR_INDEX_BRIGHTNESS" val="0"/>
  <p:tag name="KSO_WM_UNIT_SHADOW_SCHEMECOLOR_INDEX" val="8"/>
  <p:tag name="KSO_WM_UNIT_TEXT_FILL_FORE_SCHEMECOLOR_INDEX" val="2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407_1*l_h_i*1_3_2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1"/>
  <p:tag name="KSO_WM_UNIT_FILL_FORE_SCHEMECOLOR_INDEX" val="16"/>
  <p:tag name="KSO_WM_UNIT_FILL_FORE_SCHEMECOLOR_INDEX_BRIGHTNESS" val="0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407_1*l_h_i*1_2_3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407_1*l_h_i*1_2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407_1*l_h_i*1_4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8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407_1*l_h_i*1_4_3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8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TEXT_FILL_FORE_SCHEMECOLOR_INDEX_BRIGHTNESS" val="0.25"/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407_1*l_h_f*1_1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UNIT_TEXT_FILL_FORE_SCHEMECOLOR_INDEX_BRIGHTNESS" val="0.25"/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8407_1*l_h_f*1_5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40.xml><?xml version="1.0" encoding="utf-8"?>
<p:tagLst xmlns:p="http://schemas.openxmlformats.org/presentationml/2006/main">
  <p:tag name="KSO_WM_UNIT_TEXT_FILL_FORE_SCHEMECOLOR_INDEX_BRIGHTNESS" val="0.25"/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407_1*l_h_f*1_3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UNIT_TEXT_FILL_FORE_SCHEMECOLOR_INDEX_BRIGHTNESS" val="0.25"/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407_1*l_h_f*1_4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UNIT_TEXT_FILL_FORE_SCHEMECOLOR_INDEX_BRIGHTNESS" val="0.25"/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407_1*l_h_f*1_2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0*12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5_1"/>
  <p:tag name="KSO_WM_UNIT_ID" val="diagram20238407_1*l_h_x*1_5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5*10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8407_1*l_h_x*1_4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5*1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8407_1*l_h_x*1_3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5*12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407_1*l_h_x*1_2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07*12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407_1*l_h_x*1_1_1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48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407_1*l_h_i*1_1_3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1"/>
</p:tagLst>
</file>

<file path=ppt/tags/tag49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8407_1*l_h_i*1_2_4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6"/>
  <p:tag name="KSO_WM_UNIT_LINE_FILL_TYPE" val="2"/>
  <p:tag name="KSO_WM_UNIT_USESOURCEFORMAT_APPLY" val="1"/>
</p:tagLst>
</file>

<file path=ppt/tags/tag50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8407_1*l_h_i*1_3_3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7"/>
  <p:tag name="KSO_WM_UNIT_LINE_FILL_TYPE" val="2"/>
  <p:tag name="KSO_WM_UNIT_USESOURCEFORMAT_APPLY" val="1"/>
</p:tagLst>
</file>

<file path=ppt/tags/tag51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38407_1*l_h_i*1_4_4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8"/>
  <p:tag name="KSO_WM_UNIT_LINE_FILL_TYPE" val="2"/>
  <p:tag name="KSO_WM_UNIT_USESOURCEFORMAT_APPLY" val="1"/>
</p:tagLst>
</file>

<file path=ppt/tags/tag52.xml><?xml version="1.0" encoding="utf-8"?>
<p:tagLst xmlns:p="http://schemas.openxmlformats.org/presentationml/2006/main">
  <p:tag name="KSO_WM_DIAGRAM_MAX_ITEMCNT" val="5"/>
  <p:tag name="KSO_WM_DIAGRAM_MIN_ITEMCNT" val="5"/>
  <p:tag name="KSO_WM_DIAGRAM_VIRTUALLY_FRAME" val="{&quot;height&quot;:379.57301466021966,&quot;left&quot;:55.51022678805771,&quot;top&quot;:106.00997913642554,&quot;width&quot;:847.979546423884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3"/>
  <p:tag name="KSO_WM_UNIT_ID" val="diagram20238407_1*l_h_i*1_5_3"/>
  <p:tag name="KSO_WM_TEMPLATE_CATEGORY" val="diagram"/>
  <p:tag name="KSO_WM_TEMPLATE_INDEX" val="20238407"/>
  <p:tag name="KSO_WM_UNIT_LAYERLEVEL" val="1_1_1"/>
  <p:tag name="KSO_WM_TAG_VERSION" val="3.0"/>
  <p:tag name="KSO_WM_BEAUTIFY_FLAG" val="#wm#"/>
  <p:tag name="KSO_WM_UNIT_LINE_FORE_SCHEMECOLOR_INDEX" val="9"/>
  <p:tag name="KSO_WM_UNIT_LINE_FILL_TYPE" val="2"/>
  <p:tag name="KSO_WM_UNIT_USESOURCEFORMAT_APPLY" val="1"/>
</p:tagLst>
</file>

<file path=ppt/tags/tag53.xml><?xml version="1.0" encoding="utf-8"?>
<p:tagLst xmlns:p="http://schemas.openxmlformats.org/presentationml/2006/main">
  <p:tag name="KSO_WM_SPECIAL_SOURCE" val="bdnull"/>
  <p:tag name="KSO_WM_SLIDE_ID" val="diagram20238407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5"/>
  <p:tag name="KSO_WM_SLIDE_INDEX" val="1"/>
  <p:tag name="KSO_WM_SLIDE_SIZE" val="848.864*379.969"/>
  <p:tag name="KSO_WM_SLIDE_POSITION" val="55.5681*105.839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407"/>
  <p:tag name="KSO_WM_SLIDE_LAYOUT" val="a_l"/>
  <p:tag name="KSO_WM_SLIDE_LAYOUT_CNT" val="1_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a*1"/>
  <p:tag name="KSO_WM_TEMPLATE_CATEGORY" val="diagram"/>
  <p:tag name="KSO_WM_TEMPLATE_INDEX" val="202384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i*1_2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3"/>
  <p:tag name="KSO_WM_UNIT_TEXT_FILL_FORE_SCHEMECOLOR_INDEX" val="6"/>
  <p:tag name="KSO_WM_UNIT_TEXT_FILL_TYPE" val="1"/>
  <p:tag name="KSO_WM_UNIT_USESOURCEFORMAT_APPLY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i*1_4_3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YPE" val="l_h_i"/>
  <p:tag name="KSO_WM_UNIT_INDEX" val="1_4_3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i*1_5_3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YPE" val="l_h_i"/>
  <p:tag name="KSO_WM_UNIT_INDEX" val="1_5_3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solid&quot;:{&quot;brightness&quot;:0.44999998807907104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5"/>
  <p:tag name="KSO_WM_UNIT_TEXT_FILL_FORE_SCHEMECOLOR_INDEX" val="2"/>
  <p:tag name="KSO_WM_UNIT_TEXT_FILL_TYPE" val="1"/>
  <p:tag name="KSO_WM_UNIT_USESOURCEFORMAT_APPLY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i*1_1_3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solid&quot;:{&quot;brightness&quot;:0.15000000596046448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15"/>
  <p:tag name="KSO_WM_UNIT_TEXT_FILL_FORE_SCHEMECOLOR_INDEX" val="2"/>
  <p:tag name="KSO_WM_UNIT_TEXT_FILL_TYPE" val="1"/>
  <p:tag name="KSO_WM_UNIT_USESOURCEFORMAT_APPLY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i*1_3_3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x*1_1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VALUE" val="77*73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x*1_5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VALUE" val="61*77"/>
  <p:tag name="KSO_WM_UNIT_TYPE" val="l_h_x"/>
  <p:tag name="KSO_WM_UNIT_INDEX" val="1_5_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x*1_4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VALUE" val="67*77"/>
  <p:tag name="KSO_WM_UNIT_TYPE" val="l_h_x"/>
  <p:tag name="KSO_WM_UNIT_INDEX" val="1_4_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x*1_2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VALUE" val="77*69"/>
  <p:tag name="KSO_WM_UNIT_TYPE" val="l_h_x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405_1*l_h_x*1_3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VALUE" val="77*76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8405_1*l_h_i*1_1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38405_1*l_h_i*1_2_2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8405_1*l_h_i*1_3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8405_1*l_h_i*1_4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diagram20238405_1*l_h_i*1_5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TEXT_FILL_FORE_SCHEMECOLOR_INDEX" val="1"/>
  <p:tag name="KSO_WM_UNIT_TEXT_FILL_TYPE" val="1"/>
  <p:tag name="KSO_WM_UNIT_USESOURCEFORMAT_APPLY" val="1"/>
</p:tagLst>
</file>

<file path=ppt/tags/tag7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405_1*l_h_f*1_2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7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405_1*l_h_f*1_3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7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405_1*l_h_f*1_1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405_1*l_h_f*1_5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405_1*l_h_f*1_4_1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405_1*l_h_i*1_1_2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405_1*l_h_i*1_2_3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USESOURCEFORMAT_APPLY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405_1*l_h_i*1_3_2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USESOURCEFORMAT_APPLY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405_1*l_h_i*1_4_2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8405_1*l_h_i*1_5_2"/>
  <p:tag name="KSO_WM_TEMPLATE_CATEGORY" val="diagram"/>
  <p:tag name="KSO_WM_TEMPLATE_INDEX" val="2023840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13.4357299137928,&quot;left&quot;:83.54611040026248,&quot;top&quot;:126.48807725931097,&quot;width&quot;:791.781768864829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9"/>
  <p:tag name="KSO_WM_UNIT_USESOURCEFORMAT_APPLY" val="1"/>
</p:tagLst>
</file>

<file path=ppt/tags/tag80.xml><?xml version="1.0" encoding="utf-8"?>
<p:tagLst xmlns:p="http://schemas.openxmlformats.org/presentationml/2006/main">
  <p:tag name="KSO_WM_SLIDE_ID" val="diagram20238405_1"/>
  <p:tag name="KSO_WM_TEMPLATE_SUBCATEGORY" val="0"/>
  <p:tag name="KSO_WM_TEMPLATE_MASTER_TYPE" val="0"/>
  <p:tag name="KSO_WM_TEMPLATE_COLOR_TYPE" val="0"/>
  <p:tag name="KSO_WM_SLIDE_ITEM_CNT" val="5"/>
  <p:tag name="KSO_WM_SLIDE_INDEX" val="1"/>
  <p:tag name="KSO_WM_TAG_VERSION" val="3.0"/>
  <p:tag name="KSO_WM_BEAUTIFY_FLAG" val="#wm#"/>
  <p:tag name="KSO_WM_TEMPLATE_CATEGORY" val="diagram"/>
  <p:tag name="KSO_WM_TEMPLATE_INDEX" val="20238405"/>
  <p:tag name="KSO_WM_SLIDE_TYPE" val="text"/>
  <p:tag name="KSO_WM_SLIDE_SUBTYPE" val="diag"/>
  <p:tag name="KSO_WM_SLIDE_SIZE" val="792.607*413.867"/>
  <p:tag name="KSO_WM_SLIDE_POSITION" val="83.6332*126.33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5_5*a*1"/>
  <p:tag name="KSO_WM_TEMPLATE_CATEGORY" val="diagram"/>
  <p:tag name="KSO_WM_TEMPLATE_INDEX" val="20238205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82.xml><?xml version="1.0" encoding="utf-8"?>
<p:tagLst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7.9669605745823,&quot;left&quot;:54.7429166666667,&quot;top&quot;:110.38068637937553,&quot;width&quot;:849.0146874999998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1_1"/>
  <p:tag name="KSO_WM_UNIT_ID" val="diagram20238205_4*l_h_f*1_1_1"/>
  <p:tag name="KSO_WM_TEMPLATE_INDEX" val="20238205"/>
  <p:tag name="KSO_WM_TAG_VERSION" val="3.0"/>
  <p:tag name="KSO_WM_DIAGRAM_MIN_ITEMCNT" val="2"/>
  <p:tag name="KSO_WM_UNIT_VALUE" val="42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05_4*l_h_i*1_1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7.9669605745823,&quot;left&quot;:54.7429166666667,&quot;top&quot;:110.38068637937553,&quot;width&quot;:849.014687499999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5"/>
  <p:tag name="KSO_WM_UNIT_USESOURCEFORMAT_APPLY" val="1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5_4*l_h_i*1_1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7.9669605745823,&quot;left&quot;:54.7429166666667,&quot;top&quot;:110.38068637937553,&quot;width&quot;:849.014687499999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85.xml><?xml version="1.0" encoding="utf-8"?>
<p:tagLst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7.9669605745823,&quot;left&quot;:54.7429166666667,&quot;top&quot;:110.38068637937553,&quot;width&quot;:849.0146874999998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2_1"/>
  <p:tag name="KSO_WM_UNIT_ID" val="diagram20238205_4*l_h_f*1_2_1"/>
  <p:tag name="KSO_WM_TEMPLATE_INDEX" val="20238205"/>
  <p:tag name="KSO_WM_TAG_VERSION" val="3.0"/>
  <p:tag name="KSO_WM_DIAGRAM_MIN_ITEMCNT" val="2"/>
  <p:tag name="KSO_WM_UNIT_VALUE" val="42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05_4*l_h_i*1_2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7.9669605745823,&quot;left&quot;:54.7429166666667,&quot;top&quot;:110.38068637937553,&quot;width&quot;:849.014687499999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6"/>
  <p:tag name="KSO_WM_UNIT_USESOURCEFORMAT_APPLY" val="1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5_4*l_h_i*1_2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7.9669605745823,&quot;left&quot;:54.7429166666667,&quot;top&quot;:110.38068637937553,&quot;width&quot;:849.014687499999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6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7.9669605745823,&quot;left&quot;:54.7429166666667,&quot;top&quot;:110.38068637937553,&quot;width&quot;:849.0146874999998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3_1"/>
  <p:tag name="KSO_WM_UNIT_ID" val="diagram20238205_4*l_h_f*1_3_1"/>
  <p:tag name="KSO_WM_TEMPLATE_INDEX" val="20238205"/>
  <p:tag name="KSO_WM_TAG_VERSION" val="3.0"/>
  <p:tag name="KSO_WM_DIAGRAM_MIN_ITEMCNT" val="2"/>
  <p:tag name="KSO_WM_UNIT_VALUE" val="42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205_4*l_h_i*1_3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7.9669605745823,&quot;left&quot;:54.7429166666667,&quot;top&quot;:110.38068637937553,&quot;width&quot;:849.014687499999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7"/>
  <p:tag name="KSO_WM_UNIT_USESOURCEFORMAT_APPLY" val="1"/>
</p:tagLst>
</file>

<file path=ppt/tags/tag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5_4*l_h_i*1_3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7.9669605745823,&quot;left&quot;:54.7429166666667,&quot;top&quot;:110.38068637937553,&quot;width&quot;:849.014687499999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7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7.9669605745823,&quot;left&quot;:54.7429166666667,&quot;top&quot;:110.38068637937553,&quot;width&quot;:849.0146874999998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4_1"/>
  <p:tag name="KSO_WM_UNIT_ID" val="diagram20238205_4*l_h_f*1_4_1"/>
  <p:tag name="KSO_WM_TEMPLATE_INDEX" val="20238205"/>
  <p:tag name="KSO_WM_TAG_VERSION" val="3.0"/>
  <p:tag name="KSO_WM_DIAGRAM_MIN_ITEMCNT" val="2"/>
  <p:tag name="KSO_WM_UNIT_VALUE" val="42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05_4*l_h_i*1_4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7.9669605745823,&quot;left&quot;:54.7429166666667,&quot;top&quot;:110.38068637937553,&quot;width&quot;:849.014687499999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8"/>
  <p:tag name="KSO_WM_UNIT_USESOURCEFORMAT_APPLY" val="1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5_4*l_h_i*1_4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7.9669605745823,&quot;left&quot;:54.7429166666667,&quot;top&quot;:110.38068637937553,&quot;width&quot;:849.014687499999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8"/>
  <p:tag name="KSO_WM_UNIT_USESOURCEFORMAT_APPLY" val="1"/>
</p:tagLst>
</file>

<file path=ppt/tags/tag94.xml><?xml version="1.0" encoding="utf-8"?>
<p:tagLst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7.9669605745823,&quot;left&quot;:54.7429166666667,&quot;top&quot;:110.38068637937553,&quot;width&quot;:849.0146874999998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5_1"/>
  <p:tag name="KSO_WM_UNIT_ID" val="diagram20238205_4*l_h_f*1_5_1"/>
  <p:tag name="KSO_WM_TEMPLATE_INDEX" val="20238205"/>
  <p:tag name="KSO_WM_TAG_VERSION" val="3.0"/>
  <p:tag name="KSO_WM_DIAGRAM_MIN_ITEMCNT" val="2"/>
  <p:tag name="KSO_WM_UNIT_VALUE" val="42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8205_4*l_h_i*1_5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7.9669605745823,&quot;left&quot;:54.7429166666667,&quot;top&quot;:110.38068637937553,&quot;width&quot;:849.014687499999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9"/>
  <p:tag name="KSO_WM_UNIT_USESOURCEFORMAT_APPLY" val="1"/>
</p:tagLst>
</file>

<file path=ppt/tags/tag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5_4*l_h_i*1_5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7.9669605745823,&quot;left&quot;:54.7429166666667,&quot;top&quot;:110.38068637937553,&quot;width&quot;:849.014687499999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9"/>
  <p:tag name="KSO_WM_UNIT_USESOURCEFORMAT_APPLY" val="1"/>
</p:tagLst>
</file>

<file path=ppt/tags/tag97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5"/>
  <p:tag name="KSO_WM_SLIDE_ID" val="diagram20238205_5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5"/>
  <p:tag name="KSO_WM_SLIDE_SIZE" val="849.9*388.6"/>
  <p:tag name="KSO_WM_SLIDE_POSITION" val="54.8*110.1"/>
  <p:tag name="KSO_WM_DIAGRAM_GROUP_CODE" val="l1-1"/>
  <p:tag name="KSO_WM_SLIDE_DIAGTYPE" val="l"/>
  <p:tag name="KSO_WM_TAG_VERSION" val="3.0"/>
  <p:tag name="KSO_WM_SLIDE_LAYOUT" val="a_l"/>
  <p:tag name="KSO_WM_SLIDE_LAYOUT_CNT" val="1_1"/>
  <p:tag name="KSO_WM_SPECIAL_SOURCE" val="bdnull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35_5*a*1"/>
  <p:tag name="KSO_WM_TEMPLATE_CATEGORY" val="diagram"/>
  <p:tag name="KSO_WM_TEMPLATE_INDEX" val="2023843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m1-1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KSO_WM_BEAUTIFY_FLAG" val="#wm#"/>
  <p:tag name="KSO_WM_UNIT_TYPE" val="m_h_i"/>
  <p:tag name="KSO_WM_UNIT_INDEX" val="1_1_1"/>
  <p:tag name="KSO_WM_UNIT_ID" val="diagram19882022_5*m_h_i*1_1_1"/>
  <p:tag name="KSO_WM_TEMPLATE_INDEX" val="19882022"/>
  <p:tag name="KSO_WM_TAG_VERSION" val="2.0"/>
  <p:tag name="KSO_WM_DIAGRAM_GROUP_CODE" val="l1-1"/>
  <p:tag name="KSO_WM_UNIT_SUBTYPE" val="d"/>
  <p:tag name="KSO_WM_UNIT_TEXT_FILL_FORE_SCHEMECOLOR_INDEX" val="13"/>
  <p:tag name="KSO_WM_UNIT_TEXT_FILL_TYPE" val="1"/>
  <p:tag name="KSO_WM_UNIT_USESOURCEFORMAT_APPLY" val="1"/>
</p:tagLst>
</file>

<file path=ppt/tags/tag100.xml><?xml version="1.0" encoding="utf-8"?>
<p:tagLst xmlns:p="http://schemas.openxmlformats.org/presentationml/2006/main">
  <p:tag name="KSO_WM_BEAUTIFY_FLAG" val="#wm#"/>
  <p:tag name="KSO_WM_UNIT_TYPE" val="m_h_i"/>
  <p:tag name="KSO_WM_UNIT_INDEX" val="1_3_1"/>
  <p:tag name="KSO_WM_UNIT_ID" val="diagram19882022_5*m_h_i*1_3_1"/>
  <p:tag name="KSO_WM_TEMPLATE_INDEX" val="19882022"/>
  <p:tag name="KSO_WM_TAG_VERSION" val="2.0"/>
  <p:tag name="KSO_WM_DIAGRAM_GROUP_CODE" val="l1-1"/>
  <p:tag name="KSO_WM_UNIT_SUBTYPE" val="d"/>
  <p:tag name="KSO_WM_UNIT_TEXT_FILL_FORE_SCHEMECOLOR_INDEX" val="13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02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03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04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05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06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07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08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09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10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FILL_FORE_SCHEMECOLOR_INDEX" val="5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11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12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13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14.xml><?xml version="1.0" encoding="utf-8"?>
<p:tagLst xmlns:p="http://schemas.openxmlformats.org/presentationml/2006/main">
  <p:tag name="KSO_WM_BEAUTIFY_FLAG" val="#wm#"/>
  <p:tag name="KSO_WM_UNIT_TYPE" val="m_h_f"/>
  <p:tag name="KSO_WM_UNIT_INDEX" val="1_1_1"/>
  <p:tag name="KSO_WM_UNIT_ID" val="diagram19882022_5*m_h_f*1_1_1"/>
  <p:tag name="KSO_WM_TEMPLATE_INDEX" val="19882022"/>
  <p:tag name="KSO_WM_TAG_VERSION" val="2.0"/>
  <p:tag name="KSO_WM_DIAGRAM_GROUP_CODE" val="l1-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15.xml><?xml version="1.0" encoding="utf-8"?>
<p:tagLst xmlns:p="http://schemas.openxmlformats.org/presentationml/2006/main">
  <p:tag name="KSO_WM_BEAUTIFY_FLAG" val="#wm#"/>
  <p:tag name="KSO_WM_UNIT_TYPE" val="m_h_f"/>
  <p:tag name="KSO_WM_UNIT_INDEX" val="1_3_1"/>
  <p:tag name="KSO_WM_UNIT_ID" val="diagram19882022_5*m_h_f*1_3_1"/>
  <p:tag name="KSO_WM_TEMPLATE_INDEX" val="19882022"/>
  <p:tag name="KSO_WM_TAG_VERSION" val="2.0"/>
  <p:tag name="KSO_WM_DIAGRAM_GROUP_CODE" val="l1-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16.xml><?xml version="1.0" encoding="utf-8"?>
<p:tagLst xmlns:p="http://schemas.openxmlformats.org/presentationml/2006/main">
  <p:tag name="KSO_WM_BEAUTIFY_FLAG" val="#wm#"/>
  <p:tag name="KSO_WM_UNIT_TYPE" val="m_h_f"/>
  <p:tag name="KSO_WM_UNIT_INDEX" val="1_2_1"/>
  <p:tag name="KSO_WM_UNIT_ID" val="diagram19882022_5*m_h_f*1_2_1"/>
  <p:tag name="KSO_WM_TEMPLATE_INDEX" val="19882022"/>
  <p:tag name="KSO_WM_TAG_VERSION" val="2.0"/>
  <p:tag name="KSO_WM_DIAGRAM_GROUP_CODE" val="l1-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BEAUTIFY_FLAG" val="#wm#"/>
  <p:tag name="KSO_WM_UNIT_TYPE" val="m_h_i"/>
  <p:tag name="KSO_WM_UNIT_INDEX" val="1_2_1"/>
  <p:tag name="KSO_WM_UNIT_ID" val="diagram19882022_5*m_h_i*1_2_1"/>
  <p:tag name="KSO_WM_TEMPLATE_INDEX" val="19882022"/>
  <p:tag name="KSO_WM_TAG_VERSION" val="2.0"/>
  <p:tag name="KSO_WM_DIAGRAM_GROUP_CODE" val="l1-1"/>
  <p:tag name="KSO_WM_UNIT_SUBTYPE" val="d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BEAUTIFY_FLAG" val="#wm#"/>
  <p:tag name="KSO_WM_UNIT_TYPE" val="m_h_f"/>
  <p:tag name="KSO_WM_UNIT_INDEX" val="1_4_1"/>
  <p:tag name="KSO_WM_UNIT_ID" val="diagram19882022_5*m_h_f*1_4_1"/>
  <p:tag name="KSO_WM_TEMPLATE_INDEX" val="19882022"/>
  <p:tag name="KSO_WM_TAG_VERSION" val="2.0"/>
  <p:tag name="KSO_WM_DIAGRAM_GROUP_CODE" val="l1-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BEAUTIFY_FLAG" val="#wm#"/>
  <p:tag name="KSO_WM_UNIT_TYPE" val="m_h_i"/>
  <p:tag name="KSO_WM_UNIT_INDEX" val="1_4_1"/>
  <p:tag name="KSO_WM_UNIT_ID" val="diagram19882022_5*m_h_i*1_4_1"/>
  <p:tag name="KSO_WM_TEMPLATE_INDEX" val="19882022"/>
  <p:tag name="KSO_WM_TAG_VERSION" val="2.0"/>
  <p:tag name="KSO_WM_DIAGRAM_GROUP_CODE" val="l1-1"/>
  <p:tag name="KSO_WM_UNIT_SUBTYPE" val="d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BEAUTIFY_FLAG" val="#wm#"/>
  <p:tag name="KSO_WM_UNIT_TYPE" val="m_h_f"/>
  <p:tag name="KSO_WM_UNIT_INDEX" val="1_6_1"/>
  <p:tag name="KSO_WM_UNIT_ID" val="diagram19882022_5*m_h_f*1_6_1"/>
  <p:tag name="KSO_WM_TEMPLATE_INDEX" val="19882022"/>
  <p:tag name="KSO_WM_TAG_VERSION" val="2.0"/>
  <p:tag name="KSO_WM_DIAGRAM_GROUP_CODE" val="l1-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UNIT_TYPE" val="m_h_i"/>
  <p:tag name="KSO_WM_UNIT_INDEX" val="1_6_1"/>
  <p:tag name="KSO_WM_UNIT_ID" val="diagram19882022_5*m_h_i*1_6_1"/>
  <p:tag name="KSO_WM_TEMPLATE_INDEX" val="19882022"/>
  <p:tag name="KSO_WM_TAG_VERSION" val="2.0"/>
  <p:tag name="KSO_WM_DIAGRAM_GROUP_CODE" val="l1-1"/>
  <p:tag name="KSO_WM_UNIT_SUBTYPE" val="d"/>
  <p:tag name="KSO_WM_UNIT_TEXT_FILL_FORE_SCHEMECOLOR_INDEX" val="13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SLIDE_ID" val="diagram20238435_5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5"/>
  <p:tag name="KSO_WM_SLIDE_SIZE" val="850.67*401.65"/>
  <p:tag name="KSO_WM_SLIDE_POSITION" val="54.75*107.45"/>
  <p:tag name="KSO_WM_TAG_VERSION" val="3.0"/>
  <p:tag name="KSO_WM_BEAUTIFY_FLAG" val="#wm#"/>
  <p:tag name="KSO_WM_TEMPLATE_CATEGORY" val="diagram"/>
  <p:tag name="KSO_WM_TEMPLATE_INDEX" val="20238435"/>
  <p:tag name="KSO_WM_DIAGRAM_GROUP_CODE" val="m1-1"/>
  <p:tag name="KSO_WM_SLIDE_DIAGTYPE" val="m"/>
  <p:tag name="KSO_WM_SLIDE_LAYOUT" val="a_m"/>
  <p:tag name="KSO_WM_SLIDE_LAYOUT_CNT" val="1_1"/>
  <p:tag name="KSO_WM_SPECIAL_SOURCE" val="bdnull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87_1*a*1"/>
  <p:tag name="KSO_WM_TEMPLATE_CATEGORY" val="diagram"/>
  <p:tag name="KSO_WM_TEMPLATE_INDEX" val="20238387"/>
  <p:tag name="KSO_WM_UNIT_LAYERLEVEL" val="1"/>
  <p:tag name="KSO_WM_TAG_VERSION" val="3.0"/>
  <p:tag name="KSO_WM_BEAUTIFY_FLAG" val="#wm#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387"/>
  <p:tag name="KSO_WM_TAG_VERSION" val="3.0"/>
  <p:tag name="KSO_WM_DIAGRAM_VERSION" val="3"/>
  <p:tag name="KSO_WM_DIAGRAM_COLOR_TEXT_CAN_REMOVE" val="n"/>
  <p:tag name="KSO_WM_DIAGRAM_MAX_ITEMCNT" val="5"/>
  <p:tag name="KSO_WM_DIAGRAM_VIRTUALLY_FRAME" val="{&quot;height&quot;:316.6198605098918,&quot;left&quot;:57.29026041666663,&quot;top&quot;:144.28108537005406,&quot;width&quot;:845.6681770833333}"/>
  <p:tag name="KSO_WM_UNIT_HIGHLIGHT" val="0"/>
  <p:tag name="KSO_WM_UNIT_DIAGRAM_ISNUMVISUAL" val="0"/>
  <p:tag name="KSO_WM_DIAGRAM_GROUP_CODE" val="l1-1"/>
  <p:tag name="KSO_WM_UNIT_SUBTYPE" val="d"/>
  <p:tag name="KSO_WM_UNIT_INDEX" val="1_5_1"/>
  <p:tag name="KSO_WM_UNIT_ID" val="diagram20238387_1*l_h_i*1_5_1"/>
  <p:tag name="KSO_WM_TEMPLATE_CATEGORY" val="diagram"/>
  <p:tag name="KSO_WM_UNIT_LAYERLEVEL" val="1_1_1"/>
  <p:tag name="KSO_WM_BEAUTIFY_FLAG" val="#wm#"/>
  <p:tag name="KSO_WM_DIAGRAM_COLOR_TRICK" val="1"/>
  <p:tag name="KSO_WM_DIAGRAM_MIN_ITEMCNT" val="5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3"/>
  <p:tag name="KSO_WM_UNIT_ID" val="diagram20238387_1*l_h_i*1_5_3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8387_1*l_h_i*1_5_2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5_1"/>
  <p:tag name="KSO_WM_UNIT_ID" val="diagram20238387_1*l_h_a*1_5_1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28.xml><?xml version="1.0" encoding="utf-8"?>
<p:tagLst xmlns:p="http://schemas.openxmlformats.org/presentationml/2006/main">
  <p:tag name="KSO_WM_UNIT_SUBTYPE" val="a"/>
  <p:tag name="KSO_WM_UNIT_NOCLEAR" val="0"/>
  <p:tag name="KSO_WM_UNIT_VALUE" val="4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8387_1*l_h_f*1_5_1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USESOURCEFORMAT_APPLY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38387_1*l_h_i*1_4_4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5"/>
  <p:tag name="KSO_WM_UNIT_ID" val="diagram20238387_1*l_h_i*1_4_5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31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387"/>
  <p:tag name="KSO_WM_TAG_VERSION" val="3.0"/>
  <p:tag name="KSO_WM_DIAGRAM_VERSION" val="3"/>
  <p:tag name="KSO_WM_DIAGRAM_COLOR_TEXT_CAN_REMOVE" val="n"/>
  <p:tag name="KSO_WM_DIAGRAM_MAX_ITEMCNT" val="5"/>
  <p:tag name="KSO_WM_DIAGRAM_VIRTUALLY_FRAME" val="{&quot;height&quot;:316.6198605098918,&quot;left&quot;:57.29026041666663,&quot;top&quot;:144.28108537005406,&quot;width&quot;:845.6681770833333}"/>
  <p:tag name="KSO_WM_UNIT_HIGHLIGHT" val="0"/>
  <p:tag name="KSO_WM_UNIT_DIAGRAM_ISNUMVISUAL" val="0"/>
  <p:tag name="KSO_WM_DIAGRAM_GROUP_CODE" val="l1-1"/>
  <p:tag name="KSO_WM_UNIT_SUBTYPE" val="d"/>
  <p:tag name="KSO_WM_UNIT_INDEX" val="1_4_1"/>
  <p:tag name="KSO_WM_UNIT_ID" val="diagram20238387_1*l_h_i*1_4_1"/>
  <p:tag name="KSO_WM_TEMPLATE_CATEGORY" val="diagram"/>
  <p:tag name="KSO_WM_UNIT_LAYERLEVEL" val="1_1_1"/>
  <p:tag name="KSO_WM_BEAUTIFY_FLAG" val="#wm#"/>
  <p:tag name="KSO_WM_DIAGRAM_COLOR_TRICK" val="1"/>
  <p:tag name="KSO_WM_DIAGRAM_MIN_ITEMCNT" val="5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1"/>
  <p:tag name="KSO_WM_UNIT_FILL_FORE_SCHEMECOLOR_INDEX" val="5"/>
  <p:tag name="KSO_WM_UNIT_FILL_FORE_SCHEMECOLOR_INDEX_BRIGHTNESS" val="0.4"/>
  <p:tag name="KSO_WM_UNIT_USESOURCEFORMAT_APPLY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387_1*l_h_i*1_4_3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387_1*l_h_i*1_4_2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387_1*l_h_a*1_4_1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35.xml><?xml version="1.0" encoding="utf-8"?>
<p:tagLst xmlns:p="http://schemas.openxmlformats.org/presentationml/2006/main">
  <p:tag name="KSO_WM_UNIT_SUBTYPE" val="a"/>
  <p:tag name="KSO_WM_UNIT_NOCLEAR" val="0"/>
  <p:tag name="KSO_WM_UNIT_VALUE" val="4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387_1*l_h_f*1_4_1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USESOURCEFORMAT_APPLY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38387_1*l_h_i*1_3_4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5"/>
  <p:tag name="KSO_WM_UNIT_ID" val="diagram20238387_1*l_h_i*1_3_5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38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387"/>
  <p:tag name="KSO_WM_TAG_VERSION" val="3.0"/>
  <p:tag name="KSO_WM_DIAGRAM_VERSION" val="3"/>
  <p:tag name="KSO_WM_DIAGRAM_COLOR_TEXT_CAN_REMOVE" val="n"/>
  <p:tag name="KSO_WM_DIAGRAM_MAX_ITEMCNT" val="5"/>
  <p:tag name="KSO_WM_DIAGRAM_VIRTUALLY_FRAME" val="{&quot;height&quot;:316.6198605098918,&quot;left&quot;:57.29026041666663,&quot;top&quot;:144.28108537005406,&quot;width&quot;:845.6681770833333}"/>
  <p:tag name="KSO_WM_UNIT_HIGHLIGHT" val="0"/>
  <p:tag name="KSO_WM_UNIT_DIAGRAM_ISNUMVISUAL" val="0"/>
  <p:tag name="KSO_WM_DIAGRAM_GROUP_CODE" val="l1-1"/>
  <p:tag name="KSO_WM_UNIT_SUBTYPE" val="d"/>
  <p:tag name="KSO_WM_UNIT_INDEX" val="1_3_1"/>
  <p:tag name="KSO_WM_UNIT_ID" val="diagram20238387_1*l_h_i*1_3_1"/>
  <p:tag name="KSO_WM_TEMPLATE_CATEGORY" val="diagram"/>
  <p:tag name="KSO_WM_UNIT_LAYERLEVEL" val="1_1_1"/>
  <p:tag name="KSO_WM_BEAUTIFY_FLAG" val="#wm#"/>
  <p:tag name="KSO_WM_DIAGRAM_COLOR_TRICK" val="1"/>
  <p:tag name="KSO_WM_DIAGRAM_MIN_ITEMCNT" val="5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8387_1*l_h_i*1_3_3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387_1*l_h_i*1_3_2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387_1*l_h_a*1_3_1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42.xml><?xml version="1.0" encoding="utf-8"?>
<p:tagLst xmlns:p="http://schemas.openxmlformats.org/presentationml/2006/main">
  <p:tag name="KSO_WM_UNIT_SUBTYPE" val="a"/>
  <p:tag name="KSO_WM_UNIT_NOCLEAR" val="0"/>
  <p:tag name="KSO_WM_UNIT_VALUE" val="4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387_1*l_h_f*1_3_1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USESOURCEFORMAT_APPLY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8387_1*l_h_i*1_2_4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5"/>
  <p:tag name="KSO_WM_UNIT_ID" val="diagram20238387_1*l_h_i*1_2_5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45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387"/>
  <p:tag name="KSO_WM_TAG_VERSION" val="3.0"/>
  <p:tag name="KSO_WM_DIAGRAM_VERSION" val="3"/>
  <p:tag name="KSO_WM_DIAGRAM_COLOR_TEXT_CAN_REMOVE" val="n"/>
  <p:tag name="KSO_WM_DIAGRAM_MAX_ITEMCNT" val="5"/>
  <p:tag name="KSO_WM_DIAGRAM_VIRTUALLY_FRAME" val="{&quot;height&quot;:316.6198605098918,&quot;left&quot;:57.29026041666663,&quot;top&quot;:144.28108537005406,&quot;width&quot;:845.6681770833333}"/>
  <p:tag name="KSO_WM_UNIT_HIGHLIGHT" val="0"/>
  <p:tag name="KSO_WM_UNIT_DIAGRAM_ISNUMVISUAL" val="0"/>
  <p:tag name="KSO_WM_DIAGRAM_GROUP_CODE" val="l1-1"/>
  <p:tag name="KSO_WM_UNIT_SUBTYPE" val="d"/>
  <p:tag name="KSO_WM_UNIT_INDEX" val="1_2_1"/>
  <p:tag name="KSO_WM_UNIT_ID" val="diagram20238387_1*l_h_i*1_2_1"/>
  <p:tag name="KSO_WM_TEMPLATE_CATEGORY" val="diagram"/>
  <p:tag name="KSO_WM_UNIT_LAYERLEVEL" val="1_1_1"/>
  <p:tag name="KSO_WM_BEAUTIFY_FLAG" val="#wm#"/>
  <p:tag name="KSO_WM_DIAGRAM_COLOR_TRICK" val="1"/>
  <p:tag name="KSO_WM_DIAGRAM_MIN_ITEMCNT" val="5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.4"/>
  <p:tag name="KSO_WM_UNIT_USESOURCEFORMAT_APPLY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387_1*l_h_i*1_2_3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87_1*l_h_i*1_2_2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387_1*l_h_a*1_2_1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49.xml><?xml version="1.0" encoding="utf-8"?>
<p:tagLst xmlns:p="http://schemas.openxmlformats.org/presentationml/2006/main">
  <p:tag name="KSO_WM_UNIT_SUBTYPE" val="a"/>
  <p:tag name="KSO_WM_UNIT_NOCLEAR" val="0"/>
  <p:tag name="KSO_WM_UNIT_VALUE" val="4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87_1*l_h_f*1_2_1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USESOURCEFORMAT_APPLY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38387_1*l_h_i*1_1_4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5"/>
  <p:tag name="KSO_WM_UNIT_ID" val="diagram20238387_1*l_h_i*1_1_5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52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387"/>
  <p:tag name="KSO_WM_TAG_VERSION" val="3.0"/>
  <p:tag name="KSO_WM_DIAGRAM_VERSION" val="3"/>
  <p:tag name="KSO_WM_DIAGRAM_COLOR_TEXT_CAN_REMOVE" val="n"/>
  <p:tag name="KSO_WM_DIAGRAM_MAX_ITEMCNT" val="5"/>
  <p:tag name="KSO_WM_DIAGRAM_VIRTUALLY_FRAME" val="{&quot;height&quot;:316.6198605098918,&quot;left&quot;:57.29026041666663,&quot;top&quot;:144.28108537005406,&quot;width&quot;:845.6681770833333}"/>
  <p:tag name="KSO_WM_UNIT_HIGHLIGHT" val="0"/>
  <p:tag name="KSO_WM_UNIT_DIAGRAM_ISNUMVISUAL" val="0"/>
  <p:tag name="KSO_WM_DIAGRAM_GROUP_CODE" val="l1-1"/>
  <p:tag name="KSO_WM_UNIT_SUBTYPE" val="d"/>
  <p:tag name="KSO_WM_UNIT_INDEX" val="1_1_1"/>
  <p:tag name="KSO_WM_UNIT_ID" val="diagram20238387_1*l_h_i*1_1_1"/>
  <p:tag name="KSO_WM_TEMPLATE_CATEGORY" val="diagram"/>
  <p:tag name="KSO_WM_UNIT_LAYERLEVEL" val="1_1_1"/>
  <p:tag name="KSO_WM_BEAUTIFY_FLAG" val="#wm#"/>
  <p:tag name="KSO_WM_DIAGRAM_COLOR_TRICK" val="1"/>
  <p:tag name="KSO_WM_DIAGRAM_MIN_ITEMCNT" val="5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387_1*l_h_i*1_1_3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87_1*l_h_i*1_1_2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387_1*l_h_a*1_1_1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KSO_WM_UNIT_SUBTYPE" val="a"/>
  <p:tag name="KSO_WM_UNIT_NOCLEAR" val="0"/>
  <p:tag name="KSO_WM_UNIT_VALUE" val="4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87_1*l_h_f*1_1_1"/>
  <p:tag name="KSO_WM_TEMPLATE_CATEGORY" val="diagram"/>
  <p:tag name="KSO_WM_TEMPLATE_INDEX" val="202383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16.6198605098918,&quot;left&quot;:57.29026041666663,&quot;top&quot;:144.28108537005406,&quot;width&quot;:845.66817708333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USESOURCEFORMAT_APPLY" val="1"/>
</p:tagLst>
</file>

<file path=ppt/tags/tag157.xml><?xml version="1.0" encoding="utf-8"?>
<p:tagLst xmlns:p="http://schemas.openxmlformats.org/presentationml/2006/main">
  <p:tag name="KSO_WM_SLIDE_ID" val="diagram20238387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5"/>
  <p:tag name="KSO_WM_SLIDE_INDEX" val="1"/>
  <p:tag name="KSO_WM_SLIDE_SIZE" val="846.55*316.95"/>
  <p:tag name="KSO_WM_SLIDE_POSITION" val="57.35*144.1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87"/>
  <p:tag name="KSO_WM_SLIDE_LAYOUT" val="a_l"/>
  <p:tag name="KSO_WM_SLIDE_LAYOUT_CNT" val="1_1"/>
  <p:tag name="KSO_WM_SPECIAL_SOURCE" val="bdnull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40_5*a*1"/>
  <p:tag name="KSO_WM_TEMPLATE_CATEGORY" val="diagram"/>
  <p:tag name="KSO_WM_TEMPLATE_INDEX" val="2023824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40_4*l_i*1_1"/>
  <p:tag name="KSO_WM_TEMPLATE_CATEGORY" val="diagram"/>
  <p:tag name="KSO_WM_TEMPLATE_INDEX" val="2023824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i"/>
  <p:tag name="KSO_WM_UNIT_INDEX" val="1_1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40_4*l_i*1_2"/>
  <p:tag name="KSO_WM_TEMPLATE_CATEGORY" val="diagram"/>
  <p:tag name="KSO_WM_TEMPLATE_INDEX" val="2023824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i"/>
  <p:tag name="KSO_WM_UNIT_INDEX" val="1_2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5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13"/>
  <p:tag name="KSO_WM_UNIT_TEXT_FILL_TYPE" val="1"/>
  <p:tag name="KSO_WM_UNIT_USESOURCEFORMAT_APPLY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40_4*l_i*1_3"/>
  <p:tag name="KSO_WM_TEMPLATE_CATEGORY" val="diagram"/>
  <p:tag name="KSO_WM_TEMPLATE_INDEX" val="2023824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i"/>
  <p:tag name="KSO_WM_UNIT_INDEX" val="1_3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5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13"/>
  <p:tag name="KSO_WM_UNIT_TEXT_FILL_TYPE" val="1"/>
  <p:tag name="KSO_WM_UNIT_USESOURCEFORMAT_APPLY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40_4*l_i*1_4"/>
  <p:tag name="KSO_WM_TEMPLATE_CATEGORY" val="diagram"/>
  <p:tag name="KSO_WM_TEMPLATE_INDEX" val="2023824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i"/>
  <p:tag name="KSO_WM_UNIT_INDEX" val="1_4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8399999737739563,&quot;transparency&quot;:1},{&quot;brightness&quot;:0.800000011920929,&quot;colorType&quot;:1,&quot;foreColorIndex&quot;:5,&quot;pos&quot;:0.1599999964237213,&quot;transparency&quot;:1},{&quot;brightness&quot;:0.6000000238418579,&quot;colorType&quot;:1,&quot;foreColorIndex&quot;:5,&quot;pos&quot;:1,&quot;transparency&quot;:0},{&quot;brightness&quot;:0.6000000238418579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40_4*l_i*1_5"/>
  <p:tag name="KSO_WM_TEMPLATE_CATEGORY" val="diagram"/>
  <p:tag name="KSO_WM_TEMPLATE_INDEX" val="2023824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i"/>
  <p:tag name="KSO_WM_UNIT_INDEX" val="1_5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660000026226043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40_4*l_h_f*1_1_1"/>
  <p:tag name="KSO_WM_TEMPLATE_CATEGORY" val="diagram"/>
  <p:tag name="KSO_WM_TEMPLATE_INDEX" val="2023824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40_4*l_h_a*1_1_1"/>
  <p:tag name="KSO_WM_TEMPLATE_CATEGORY" val="diagram"/>
  <p:tag name="KSO_WM_TEMPLATE_INDEX" val="2023824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gradient&quot;:[{&quot;brightness&quot;:0,&quot;colorType&quot;:1,&quot;foreColorIndex&quot;:14,&quot;pos&quot;:0,&quot;transparency&quot;:1},{&quot;brightness&quot;:0.600000023841857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40_4*l_h_f*1_2_1"/>
  <p:tag name="KSO_WM_TEMPLATE_CATEGORY" val="diagram"/>
  <p:tag name="KSO_WM_TEMPLATE_INDEX" val="2023824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40_4*l_h_a*1_2_1"/>
  <p:tag name="KSO_WM_TEMPLATE_CATEGORY" val="diagram"/>
  <p:tag name="KSO_WM_TEMPLATE_INDEX" val="2023824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gradient&quot;:[{&quot;brightness&quot;:0,&quot;colorType&quot;:1,&quot;foreColorIndex&quot;:14,&quot;pos&quot;:0,&quot;transparency&quot;:1},{&quot;brightness&quot;:0.600000023841857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6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40_4*l_h_f*1_5_1"/>
  <p:tag name="KSO_WM_TEMPLATE_CATEGORY" val="diagram"/>
  <p:tag name="KSO_WM_TEMPLATE_INDEX" val="2023824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8240_4*l_h_a*1_5_1"/>
  <p:tag name="KSO_WM_TEMPLATE_CATEGORY" val="diagram"/>
  <p:tag name="KSO_WM_TEMPLATE_INDEX" val="2023824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gradient&quot;:[{&quot;brightness&quot;:0,&quot;colorType&quot;:1,&quot;foreColorIndex&quot;:14,&quot;pos&quot;:0,&quot;transparency&quot;:1},{&quot;brightness&quot;:0.600000023841857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7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40_4*l_h_f*1_3_1"/>
  <p:tag name="KSO_WM_TEMPLATE_CATEGORY" val="diagram"/>
  <p:tag name="KSO_WM_TEMPLATE_INDEX" val="2023824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40_4*l_h_a*1_3_1"/>
  <p:tag name="KSO_WM_TEMPLATE_CATEGORY" val="diagram"/>
  <p:tag name="KSO_WM_TEMPLATE_INDEX" val="2023824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gradient&quot;:[{&quot;brightness&quot;:0,&quot;colorType&quot;:1,&quot;foreColorIndex&quot;:14,&quot;pos&quot;:0,&quot;transparency&quot;:1},{&quot;brightness&quot;:0.600000023841857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7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40_4*l_h_f*1_4_1"/>
  <p:tag name="KSO_WM_TEMPLATE_CATEGORY" val="diagram"/>
  <p:tag name="KSO_WM_TEMPLATE_INDEX" val="2023824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8240_4*l_h_a*1_4_1"/>
  <p:tag name="KSO_WM_TEMPLATE_CATEGORY" val="diagram"/>
  <p:tag name="KSO_WM_TEMPLATE_INDEX" val="2023824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gradient&quot;:[{&quot;brightness&quot;:0,&quot;colorType&quot;:1,&quot;foreColorIndex&quot;:14,&quot;pos&quot;:0,&quot;transparency&quot;:1},{&quot;brightness&quot;:0.600000023841857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40_4*l_i*1_6"/>
  <p:tag name="KSO_WM_TEMPLATE_CATEGORY" val="diagram"/>
  <p:tag name="KSO_WM_TEMPLATE_INDEX" val="20238240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i"/>
  <p:tag name="KSO_WM_UNIT_INDEX" val="1_6"/>
  <p:tag name="KSO_WM_DIAGRAM_MAX_ITEMCNT" val="6"/>
  <p:tag name="KSO_WM_DIAGRAM_MIN_ITEMCNT" val="2"/>
  <p:tag name="KSO_WM_DIAGRAM_VIRTUALLY_FRAME" val="{&quot;height&quot;:365.94723461584744,&quot;left&quot;:54.16894824475065,&quot;top&quot;:129.81680222947787,&quot;width&quot;:850.6621035104987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75.xml><?xml version="1.0" encoding="utf-8"?>
<p:tagLst xmlns:p="http://schemas.openxmlformats.org/presentationml/2006/main">
  <p:tag name="KSO_WM_SLIDE_ID" val="diagram20238240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8240"/>
  <p:tag name="KSO_WM_SLIDE_TYPE" val="text"/>
  <p:tag name="KSO_WM_SLIDE_SUBTYPE" val="diag"/>
  <p:tag name="KSO_WM_SLIDE_SIZE" val="809.45*339.491"/>
  <p:tag name="KSO_WM_SLIDE_POSITION" val="76.9026*154.326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9_1*a*1"/>
  <p:tag name="KSO_WM_TEMPLATE_CATEGORY" val="diagram"/>
  <p:tag name="KSO_WM_TEMPLATE_INDEX" val="2023822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0"/>
  <p:tag name="KSO_WM_DIAGRAM_GROUP_CODE" val="l1-1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9_3*l_h_i*1_2_3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3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1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9_3*l_h_i*1_1_2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UNIT_TEXT_FILL_FORE_SCHEMECOLOR_INDEX" val="2"/>
  <p:tag name="KSO_WM_UNIT_TEXT_FILL_TYPE" val="1"/>
  <p:tag name="KSO_WM_UNIT_USESOURCEFORMAT_APPLY" val="1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29_3*l_h_a*1_1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8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29_3*l_h_f*1_1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8229_3*l_h_i*1_1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1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  <p:tag name="KSO_WM_UNIT_USESOURCEFORMAT_APPLY" val="1"/>
</p:tagLst>
</file>

<file path=ppt/tags/tag1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9_3*l_h_i*1_2_2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UNIT_TEXT_FILL_FORE_SCHEMECOLOR_INDEX" val="2"/>
  <p:tag name="KSO_WM_UNIT_TEXT_FILL_TYPE" val="1"/>
  <p:tag name="KSO_WM_UNIT_USESOURCEFORMAT_APPLY" val="1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29_3*l_h_a*1_2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8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29_3*l_h_f*1_2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8229_3*l_h_i*1_2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2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  <p:tag name="KSO_WM_UNIT_USESOURCEFORMAT_APPLY" val="1"/>
</p:tagLst>
</file>

<file path=ppt/tags/tag1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9_3*l_h_i*1_3_2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UNIT_TEXT_FILL_FORE_SCHEMECOLOR_INDEX" val="2"/>
  <p:tag name="KSO_WM_UNIT_TEXT_FILL_TYPE" val="1"/>
  <p:tag name="KSO_WM_UNIT_USESOURCEFORMAT_APPLY" val="1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29_3*l_h_a*1_3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8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29_3*l_h_f*1_3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8229_3*l_h_i*1_3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3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  <p:tag name="KSO_WM_UNIT_USESOURCEFORMAT_APPLY" val="1"/>
</p:tagLst>
</file>

<file path=ppt/tags/tag1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9_3*l_h_i*1_4_2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2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UNIT_TEXT_FILL_FORE_SCHEMECOLOR_INDEX" val="2"/>
  <p:tag name="KSO_WM_UNIT_TEXT_FILL_TYPE" val="1"/>
  <p:tag name="KSO_WM_UNIT_USESOURCEFORMAT_APPLY" val="1"/>
</p:tagLst>
</file>

<file path=ppt/tags/tag1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8229_3*l_h_a*1_4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9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29_3*l_h_f*1_4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8229_3*l_h_i*1_4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4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  <p:tag name="KSO_WM_UNIT_USESOURCEFORMAT_APPLY" val="1"/>
</p:tagLst>
</file>

<file path=ppt/tags/tag1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9_3*l_h_i*1_5_2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2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UNIT_TEXT_FILL_FORE_SCHEMECOLOR_INDEX" val="2"/>
  <p:tag name="KSO_WM_UNIT_TEXT_FILL_TYPE" val="1"/>
  <p:tag name="KSO_WM_UNIT_USESOURCEFORMAT_APPLY" val="1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8229_3*l_h_a*1_5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9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29_3*l_h_f*1_5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diagram20238229_3*l_h_i*1_5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5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  <p:tag name="KSO_WM_UNIT_USESOURCEFORMAT_APPLY" val="1"/>
</p:tagLst>
</file>

<file path=ppt/tags/tag1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9_3*l_h_i*1_3_3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3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1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9_3*l_h_i*1_4_3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3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20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9_3*l_h_i*1_5_3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3"/>
  <p:tag name="KSO_WM_DIAGRAM_MAX_ITEMCNT" val="6"/>
  <p:tag name="KSO_WM_DIAGRAM_MIN_ITEMCNT" val="3"/>
  <p:tag name="KSO_WM_DIAGRAM_VIRTUALLY_FRAME" val="{&quot;height&quot;:366.4176920828886,&quot;left&quot;:79.32421358267715,&quot;top&quot;:131.99401854188898,&quot;width&quot;:800.35165149278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201.xml><?xml version="1.0" encoding="utf-8"?>
<p:tagLst xmlns:p="http://schemas.openxmlformats.org/presentationml/2006/main">
  <p:tag name="KSO_WM_SLIDE_ID" val="diagram20238229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8229"/>
  <p:tag name="KSO_WM_SLIDE_TYPE" val="text"/>
  <p:tag name="KSO_WM_SLIDE_SUBTYPE" val="diag"/>
  <p:tag name="KSO_WM_SLIDE_SIZE" val="801.186*365.297"/>
  <p:tag name="KSO_WM_SLIDE_POSITION" val="79.4069*132.60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8424_1*a*1"/>
  <p:tag name="KSO_WM_TEMPLATE_CATEGORY" val="diagram"/>
  <p:tag name="KSO_WM_TEMPLATE_INDEX" val="20238424"/>
  <p:tag name="KSO_WM_UNIT_LAYERLEVEL" val="1"/>
  <p:tag name="KSO_WM_TAG_VERSION" val="3.0"/>
  <p:tag name="KSO_WM_BEAUTIFY_FLAG" val="#wm#"/>
  <p:tag name="KSO_WM_DIAGRAM_GROUP_CODE" val="l1-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38424_1*l_h_i*1_4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gradient&quot;:[{&quot;brightness&quot;:0,&quot;colorType&quot;:1,&quot;foreColorIndex&quot;:5,&quot;pos&quot;:0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38424_1*l_h_i*1_4_2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gradient&quot;:[{&quot;brightness&quot;:0.30000001192092896,&quot;colorType&quot;:1,&quot;foreColorIndex&quot;:5,&quot;pos&quot;:0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3"/>
  <p:tag name="KSO_WM_UNIT_ID" val="diagram20238424_1*l_h_i*1_4_3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gradient&quot;:[{&quot;brightness&quot;:-0.25,&quot;colorType&quot;:1,&quot;foreColorIndex&quot;:5,&quot;pos&quot;:0.3899999856948852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8424_1*l_h_i*1_2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gradient&quot;:[{&quot;brightness&quot;:0,&quot;colorType&quot;:1,&quot;foreColorIndex&quot;:5,&quot;pos&quot;:0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8424_1*l_h_i*1_2_2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gradient&quot;:[{&quot;brightness&quot;:0.30000001192092896,&quot;colorType&quot;:1,&quot;foreColorIndex&quot;:5,&quot;pos&quot;:0,&quot;transparency&quot;:0},{&quot;brightness&quot;:0.30000001192092896,&quot;colorType&quot;:1,&quot;foreColorIndex&quot;:5,&quot;pos&quot;:1,&quot;transparency&quot;:0},{&quot;brightness&quot;:0.5,&quot;colorType&quot;:1,&quot;foreColorIndex&quot;:5,&quot;pos&quot;:0.54000002145767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3"/>
  <p:tag name="KSO_WM_UNIT_ID" val="diagram20238424_1*l_h_i*1_2_3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gradient&quot;:[{&quot;brightness&quot;:-0.25,&quot;colorType&quot;:1,&quot;foreColorIndex&quot;:5,&quot;pos&quot;:0.3899999856948852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8424_1*l_h_i*1_1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gradient&quot;:[{&quot;brightness&quot;:0.699999988079071,&quot;colorType&quot;:1,&quot;foreColorIndex&quot;:5,&quot;pos&quot;:0,&quot;transparency&quot;:0},{&quot;brightness&quot;:0.699999988079071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8424_1*l_h_i*1_1_2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8424_1*l_h_i*1_1_3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gradient&quot;:[{&quot;brightness&quot;:-0.05000000074505806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8424_1*l_h_i*1_3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.600000023841857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38424_1*l_h_i*1_3_2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gradient&quot;:[{&quot;brightness&quot;:-0.10000000149011612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3"/>
  <p:tag name="KSO_WM_UNIT_ID" val="diagram20238424_1*l_h_i*1_3_3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4"/>
  <p:tag name="KSO_WM_UNIT_ID" val="diagram20238424_1*l_h_i*1_3_4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LINE_FILL_TYPE" val="2"/>
  <p:tag name="KSO_WM_UNIT_USESOURCEFORMAT_APPLY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8424_1*l_h_i*1_1_4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4"/>
  <p:tag name="KSO_WM_UNIT_ID" val="diagram20238424_1*l_h_i*1_4_4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LINE_FILL_TYPE" val="2"/>
  <p:tag name="KSO_WM_UNIT_USESOURCEFORMAT_APPLY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4"/>
  <p:tag name="KSO_WM_UNIT_ID" val="diagram20238424_1*l_h_i*1_2_4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21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424_1*l_h_f*1_1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2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424_1*l_h_f*1_3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424_1*l_h_f*1_2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1"/>
  <p:tag name="KSO_WM_DIAGRAM_GROUP_CODE" val="l1-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2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424_1*l_h_f*1_4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3*1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424_1*l_h_x*1_1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4*1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424_1*l_h_x*1_2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15*1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8424_1*l_h_x*1_3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4*1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8424_1*l_h_x*1_4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59.12551052322897,&quot;left&quot;:54.7429166666667,&quot;top&quot;:131.74417182171885,&quot;width&quot;:849.51416666666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27.xml><?xml version="1.0" encoding="utf-8"?>
<p:tagLst xmlns:p="http://schemas.openxmlformats.org/presentationml/2006/main">
  <p:tag name="KSO_WM_SLIDE_ID" val="diagram20238424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1"/>
  <p:tag name="KSO_WM_SLIDE_SIZE" val="850.4*359.5"/>
  <p:tag name="KSO_WM_SLIDE_POSITION" val="54.8*131.6"/>
  <p:tag name="KSO_WM_TAG_VERSION" val="3.0"/>
  <p:tag name="KSO_WM_BEAUTIFY_FLAG" val="#wm#"/>
  <p:tag name="KSO_WM_TEMPLATE_CATEGORY" val="diagram"/>
  <p:tag name="KSO_WM_TEMPLATE_INDEX" val="2023842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28.xml><?xml version="1.0" encoding="utf-8"?>
<p:tagLst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a"/>
  <p:tag name="KSO_WM_UNIT_INDEX" val="1"/>
  <p:tag name="KSO_WM_UNIT_ID" val="diagram20238366_3*a*1"/>
  <p:tag name="KSO_WM_TEMPLATE_CATEGORY" val="diagram"/>
  <p:tag name="KSO_WM_TEMPLATE_INDEX" val="20238366"/>
  <p:tag name="KSO_WM_UNIT_LAYERLEVEL" val="1"/>
  <p:tag name="KSO_WM_TAG_VERSION" val="3.0"/>
  <p:tag name="KSO_WM_BEAUTIFY_FLAG" val="#wm#"/>
  <p:tag name="KSO_WM_UNIT_PRESET_TEXT" val="Your title here"/>
</p:tagLst>
</file>

<file path=ppt/tags/tag229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20238366_2*m_i*1_1"/>
  <p:tag name="KSO_WM_TEMPLATE_CATEGORY" val="diagram"/>
  <p:tag name="KSO_WM_TEMPLATE_INDEX" val="20238366"/>
  <p:tag name="KSO_WM_UNIT_LAYERLEVEL" val="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30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38366_2*m_h_i*1_1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31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38366_2*m_h_i*1_2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32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diagram20238366_2*m_h_i*1_4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33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1"/>
  <p:tag name="KSO_WM_UNIT_ID" val="diagram20238366_2*m_h_i*1_5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34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38366_2*m_h_i*1_3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35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20238366_2*m_i*1_2"/>
  <p:tag name="KSO_WM_TEMPLATE_CATEGORY" val="diagram"/>
  <p:tag name="KSO_WM_TEMPLATE_INDEX" val="20238366"/>
  <p:tag name="KSO_WM_UNIT_LAYERLEVEL" val="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36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3"/>
  <p:tag name="KSO_WM_UNIT_ID" val="diagram20238366_2*m_i*1_3"/>
  <p:tag name="KSO_WM_TEMPLATE_CATEGORY" val="diagram"/>
  <p:tag name="KSO_WM_TEMPLATE_INDEX" val="20238366"/>
  <p:tag name="KSO_WM_UNIT_LAYERLEVEL" val="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37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4"/>
  <p:tag name="KSO_WM_UNIT_ID" val="diagram20238366_2*m_i*1_4"/>
  <p:tag name="KSO_WM_TEMPLATE_CATEGORY" val="diagram"/>
  <p:tag name="KSO_WM_TEMPLATE_INDEX" val="20238366"/>
  <p:tag name="KSO_WM_UNIT_LAYERLEVEL" val="1_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238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0*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3_1"/>
  <p:tag name="KSO_WM_UNIT_ID" val="diagram20238366_2*m_h_x*1_3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USESOURCEFORMAT_APPLY" val="1"/>
</p:tagLst>
</file>

<file path=ppt/tags/tag239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0*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5_1"/>
  <p:tag name="KSO_WM_UNIT_ID" val="diagram20238366_2*m_h_x*1_5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USESOURCEFORMAT_APPLY" val="1"/>
</p:tagLst>
</file>

<file path=ppt/tags/tag240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0*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4_1"/>
  <p:tag name="KSO_WM_UNIT_ID" val="diagram20238366_2*m_h_x*1_4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USESOURCEFORMAT_APPLY" val="1"/>
</p:tagLst>
</file>

<file path=ppt/tags/tag241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0*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1_1"/>
  <p:tag name="KSO_WM_UNIT_ID" val="diagram20238366_2*m_h_x*1_1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USESOURCEFORMAT_APPLY" val="1"/>
</p:tagLst>
</file>

<file path=ppt/tags/tag242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74.83854258946513,&quot;left&quot;:0.049947916666667425,&quot;top&quot;:114.22926253892885,&quot;width&quot;:898.156908874671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0*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2_1"/>
  <p:tag name="KSO_WM_UNIT_ID" val="diagram20238366_2*m_h_x*1_2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USESOURCEFORMAT_APPLY" val="1"/>
</p:tagLst>
</file>

<file path=ppt/tags/tag243.xml><?xml version="1.0" encoding="utf-8"?>
<p:tagLst xmlns:p="http://schemas.openxmlformats.org/presentationml/2006/main">
  <p:tag name="KSO_WM_UNIT_TEXT_FILL_FORE_SCHEMECOLOR_INDEX_BRIGHTNESS" val="0.15"/>
  <p:tag name="KSO_WM_DIAGRAM_VIRTUALLY_FRAME" val="{&quot;height&quot;:374.83854258946513,&quot;left&quot;:0.049947916666667425,&quot;top&quot;:114.22926253892885,&quot;width&quot;:898.1569088746717}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38366_2*m_h_f*1_4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244.xml><?xml version="1.0" encoding="utf-8"?>
<p:tagLst xmlns:p="http://schemas.openxmlformats.org/presentationml/2006/main">
  <p:tag name="KSO_WM_UNIT_TEXT_FILL_FORE_SCHEMECOLOR_INDEX_BRIGHTNESS" val="0.15"/>
  <p:tag name="KSO_WM_DIAGRAM_VIRTUALLY_FRAME" val="{&quot;height&quot;:374.83854258946513,&quot;left&quot;:0.049947916666667425,&quot;top&quot;:114.22926253892885,&quot;width&quot;:898.1569088746717}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8366_2*m_h_f*1_2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245.xml><?xml version="1.0" encoding="utf-8"?>
<p:tagLst xmlns:p="http://schemas.openxmlformats.org/presentationml/2006/main">
  <p:tag name="KSO_WM_UNIT_TEXT_FILL_FORE_SCHEMECOLOR_INDEX_BRIGHTNESS" val="0.15"/>
  <p:tag name="KSO_WM_DIAGRAM_VIRTUALLY_FRAME" val="{&quot;height&quot;:374.83854258946513,&quot;left&quot;:0.049947916666667425,&quot;top&quot;:114.22926253892885,&quot;width&quot;:898.1569088746717}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8366_2*m_h_f*1_1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246.xml><?xml version="1.0" encoding="utf-8"?>
<p:tagLst xmlns:p="http://schemas.openxmlformats.org/presentationml/2006/main">
  <p:tag name="KSO_WM_UNIT_TEXT_FILL_FORE_SCHEMECOLOR_INDEX_BRIGHTNESS" val="0.15"/>
  <p:tag name="KSO_WM_DIAGRAM_VIRTUALLY_FRAME" val="{&quot;height&quot;:374.83854258946513,&quot;left&quot;:0.049947916666667425,&quot;top&quot;:114.22926253892885,&quot;width&quot;:898.1569088746717}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8366_2*m_h_f*1_3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247.xml><?xml version="1.0" encoding="utf-8"?>
<p:tagLst xmlns:p="http://schemas.openxmlformats.org/presentationml/2006/main">
  <p:tag name="KSO_WM_UNIT_TEXT_FILL_FORE_SCHEMECOLOR_INDEX_BRIGHTNESS" val="0.15"/>
  <p:tag name="KSO_WM_DIAGRAM_VIRTUALLY_FRAME" val="{&quot;height&quot;:374.83854258946513,&quot;left&quot;:0.049947916666667425,&quot;top&quot;:114.22926253892885,&quot;width&quot;:898.1569088746717}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5_1"/>
  <p:tag name="KSO_WM_UNIT_ID" val="diagram20238366_2*m_h_f*1_5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248.xml><?xml version="1.0" encoding="utf-8"?>
<p:tagLst xmlns:p="http://schemas.openxmlformats.org/presentationml/2006/main">
  <p:tag name="KSO_WM_SPECIAL_SOURCE" val="bdnull"/>
  <p:tag name="KSO_WM_SLIDE_ID" val="diagram20238366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3"/>
  <p:tag name="KSO_WM_SLIDE_SIZE" val="899.093*360.637"/>
  <p:tag name="KSO_WM_SLIDE_POSITION" val="0.05*121.363"/>
  <p:tag name="KSO_WM_DIAGRAM_GROUP_CODE" val="m1-1"/>
  <p:tag name="KSO_WM_SLIDE_DIAGTYPE" val="m"/>
  <p:tag name="KSO_WM_TAG_VERSION" val="3.0"/>
  <p:tag name="KSO_WM_BEAUTIFY_FLAG" val="#wm#"/>
  <p:tag name="KSO_WM_TEMPLATE_CATEGORY" val="diagram"/>
  <p:tag name="KSO_WM_TEMPLATE_INDEX" val="20238366"/>
  <p:tag name="KSO_WM_SLIDE_LAYOUT" val="a_m"/>
  <p:tag name="KSO_WM_SLIDE_LAYOUT_CNT" val="1_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39_5*a*1"/>
  <p:tag name="KSO_WM_TEMPLATE_CATEGORY" val="diagram"/>
  <p:tag name="KSO_WM_TEMPLATE_INDEX" val="2023823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50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COLOR_TRICK" val="2"/>
  <p:tag name="KSO_WM_DIAGRAM_GROUP_CODE" val="l1-1"/>
  <p:tag name="KSO_WM_UNIT_INDEX" val="1_1_1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D" val="diagram20238239_4*l_h_f*1_1_1"/>
  <p:tag name="KSO_WM_TEMPLATE_INDEX" val="20238239"/>
  <p:tag name="KSO_WM_TAG_VERSION" val="3.0"/>
  <p:tag name="KSO_WM_DIAGRAM_VERSION" val="3"/>
  <p:tag name="KSO_WM_DIAGRAM_COLOR_TEXT_CAN_REMOVE" val="n"/>
  <p:tag name="KSO_WM_DIAGRAM_MAX_ITEMCNT" val="6"/>
  <p:tag name="KSO_WM_DIAGRAM_VIRTUALLY_FRAME" val="{&quot;height&quot;:388.0960946237214,&quot;left&quot;:54.25224721128609,&quot;top&quot;:98.53226527016025,&quot;width&quot;:850.495505577427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FILL_FORE_SCHEMECOLOR_INDEX" val="14"/>
  <p:tag name="KSO_WM_UNIT_FILL_FORE_SCHEMECOLOR_INDEX_BRIGHTNESS" val="0"/>
  <p:tag name="KSO_WM_UNIT_TEXT_FILL_TYPE" val="1"/>
  <p:tag name="KSO_WM_UNIT_PRESET_TEXT" val="Presentations are communication tools that can be used as demonstrations."/>
  <p:tag name="KSO_WM_UNIT_LINE_FORE_SCHEMECOLOR_INDEX" val="5"/>
  <p:tag name="KSO_WM_UNIT_USESOURCEFORMAT_APPLY" val="1"/>
</p:tagLst>
</file>

<file path=ppt/tags/tag2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39_4*l_h_a*1_1_1"/>
  <p:tag name="KSO_WM_TEMPLATE_CATEGORY" val="diagram"/>
  <p:tag name="KSO_WM_TEMPLATE_INDEX" val="2023823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0960946237214,&quot;left&quot;:54.25224721128609,&quot;top&quot;:98.53226527016025,&quot;width&quot;:850.495505577427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Title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252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COLOR_TRICK" val="2"/>
  <p:tag name="KSO_WM_DIAGRAM_GROUP_CODE" val="l1-1"/>
  <p:tag name="KSO_WM_UNIT_INDEX" val="1_2_1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D" val="diagram20238239_4*l_h_f*1_2_1"/>
  <p:tag name="KSO_WM_TEMPLATE_INDEX" val="20238239"/>
  <p:tag name="KSO_WM_TAG_VERSION" val="3.0"/>
  <p:tag name="KSO_WM_DIAGRAM_VERSION" val="3"/>
  <p:tag name="KSO_WM_DIAGRAM_COLOR_TEXT_CAN_REMOVE" val="n"/>
  <p:tag name="KSO_WM_DIAGRAM_MAX_ITEMCNT" val="6"/>
  <p:tag name="KSO_WM_DIAGRAM_VIRTUALLY_FRAME" val="{&quot;height&quot;:388.0960946237214,&quot;left&quot;:54.25224721128609,&quot;top&quot;:98.53226527016025,&quot;width&quot;:850.495505577427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6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FILL_FORE_SCHEMECOLOR_INDEX" val="14"/>
  <p:tag name="KSO_WM_UNIT_FILL_FORE_SCHEMECOLOR_INDEX_BRIGHTNESS" val="0"/>
  <p:tag name="KSO_WM_UNIT_TEXT_FILL_TYPE" val="1"/>
  <p:tag name="KSO_WM_UNIT_PRESET_TEXT" val="Presentations are communication tools that can be used as demonstrations."/>
  <p:tag name="KSO_WM_UNIT_LINE_FORE_SCHEMECOLOR_INDEX" val="6"/>
  <p:tag name="KSO_WM_UNIT_USESOURCEFORMAT_APPLY" val="1"/>
</p:tagLst>
</file>

<file path=ppt/tags/tag2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39_4*l_h_a*1_2_1"/>
  <p:tag name="KSO_WM_TEMPLATE_CATEGORY" val="diagram"/>
  <p:tag name="KSO_WM_TEMPLATE_INDEX" val="2023823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0960946237214,&quot;left&quot;:54.25224721128609,&quot;top&quot;:98.53226527016025,&quot;width&quot;:850.4955055774277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Title"/>
  <p:tag name="KSO_WM_UNIT_FILL_TYPE" val="1"/>
  <p:tag name="KSO_WM_UNIT_FILL_FORE_SCHEMECOLOR_INDEX" val="6"/>
  <p:tag name="KSO_WM_UNIT_FILL_FORE_SCHEMECOLOR_INDEX_BRIGHTNESS" val="0"/>
  <p:tag name="KSO_WM_UNIT_USESOURCEFORMAT_APPLY" val="1"/>
</p:tagLst>
</file>

<file path=ppt/tags/tag254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COLOR_TRICK" val="2"/>
  <p:tag name="KSO_WM_DIAGRAM_GROUP_CODE" val="l1-1"/>
  <p:tag name="KSO_WM_UNIT_INDEX" val="1_3_1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D" val="diagram20238239_4*l_h_f*1_3_1"/>
  <p:tag name="KSO_WM_TEMPLATE_INDEX" val="20238239"/>
  <p:tag name="KSO_WM_TAG_VERSION" val="3.0"/>
  <p:tag name="KSO_WM_DIAGRAM_VERSION" val="3"/>
  <p:tag name="KSO_WM_DIAGRAM_COLOR_TEXT_CAN_REMOVE" val="n"/>
  <p:tag name="KSO_WM_DIAGRAM_MAX_ITEMCNT" val="6"/>
  <p:tag name="KSO_WM_DIAGRAM_VIRTUALLY_FRAME" val="{&quot;height&quot;:388.0960946237214,&quot;left&quot;:54.25224721128609,&quot;top&quot;:98.53226527016025,&quot;width&quot;:850.495505577427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FILL_FORE_SCHEMECOLOR_INDEX" val="14"/>
  <p:tag name="KSO_WM_UNIT_FILL_FORE_SCHEMECOLOR_INDEX_BRIGHTNESS" val="0"/>
  <p:tag name="KSO_WM_UNIT_TEXT_FILL_TYPE" val="1"/>
  <p:tag name="KSO_WM_UNIT_PRESET_TEXT" val="Presentations are communication tools that can be used as demonstrations."/>
  <p:tag name="KSO_WM_UNIT_LINE_FORE_SCHEMECOLOR_INDEX" val="5"/>
  <p:tag name="KSO_WM_UNIT_USESOURCEFORMAT_APPLY" val="1"/>
</p:tagLst>
</file>

<file path=ppt/tags/tag2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39_4*l_h_a*1_3_1"/>
  <p:tag name="KSO_WM_TEMPLATE_CATEGORY" val="diagram"/>
  <p:tag name="KSO_WM_TEMPLATE_INDEX" val="2023823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0960946237214,&quot;left&quot;:54.25224721128609,&quot;top&quot;:98.53226527016025,&quot;width&quot;:850.495505577427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Title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256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COLOR_TRICK" val="2"/>
  <p:tag name="KSO_WM_DIAGRAM_GROUP_CODE" val="l1-1"/>
  <p:tag name="KSO_WM_UNIT_INDEX" val="1_4_1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D" val="diagram20238239_4*l_h_f*1_4_1"/>
  <p:tag name="KSO_WM_TEMPLATE_INDEX" val="20238239"/>
  <p:tag name="KSO_WM_TAG_VERSION" val="3.0"/>
  <p:tag name="KSO_WM_DIAGRAM_VERSION" val="3"/>
  <p:tag name="KSO_WM_DIAGRAM_COLOR_TEXT_CAN_REMOVE" val="n"/>
  <p:tag name="KSO_WM_DIAGRAM_MAX_ITEMCNT" val="6"/>
  <p:tag name="KSO_WM_DIAGRAM_VIRTUALLY_FRAME" val="{&quot;height&quot;:388.0960946237214,&quot;left&quot;:54.25224721128609,&quot;top&quot;:98.53226527016025,&quot;width&quot;:850.495505577427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6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FILL_FORE_SCHEMECOLOR_INDEX" val="14"/>
  <p:tag name="KSO_WM_UNIT_FILL_FORE_SCHEMECOLOR_INDEX_BRIGHTNESS" val="0"/>
  <p:tag name="KSO_WM_UNIT_TEXT_FILL_TYPE" val="1"/>
  <p:tag name="KSO_WM_UNIT_PRESET_TEXT" val="Presentations are communication tools that can be used as demonstrations."/>
  <p:tag name="KSO_WM_UNIT_LINE_FORE_SCHEMECOLOR_INDEX" val="6"/>
  <p:tag name="KSO_WM_UNIT_USESOURCEFORMAT_APPLY" val="1"/>
</p:tagLst>
</file>

<file path=ppt/tags/tag2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8239_4*l_h_a*1_4_1"/>
  <p:tag name="KSO_WM_TEMPLATE_CATEGORY" val="diagram"/>
  <p:tag name="KSO_WM_TEMPLATE_INDEX" val="2023823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0960946237214,&quot;left&quot;:54.25224721128609,&quot;top&quot;:98.53226527016025,&quot;width&quot;:850.4955055774277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Title"/>
  <p:tag name="KSO_WM_UNIT_FILL_TYPE" val="1"/>
  <p:tag name="KSO_WM_UNIT_FILL_FORE_SCHEMECOLOR_INDEX" val="6"/>
  <p:tag name="KSO_WM_UNIT_FILL_FORE_SCHEMECOLOR_INDEX_BRIGHTNESS" val="0"/>
  <p:tag name="KSO_WM_UNIT_USESOURCEFORMAT_APPLY" val="1"/>
</p:tagLst>
</file>

<file path=ppt/tags/tag258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COLOR_TRICK" val="2"/>
  <p:tag name="KSO_WM_DIAGRAM_GROUP_CODE" val="l1-1"/>
  <p:tag name="KSO_WM_UNIT_INDEX" val="1_5_1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D" val="diagram20238239_4*l_h_f*1_5_1"/>
  <p:tag name="KSO_WM_TEMPLATE_INDEX" val="20238239"/>
  <p:tag name="KSO_WM_TAG_VERSION" val="3.0"/>
  <p:tag name="KSO_WM_DIAGRAM_VERSION" val="3"/>
  <p:tag name="KSO_WM_DIAGRAM_COLOR_TEXT_CAN_REMOVE" val="n"/>
  <p:tag name="KSO_WM_DIAGRAM_MAX_ITEMCNT" val="6"/>
  <p:tag name="KSO_WM_DIAGRAM_VIRTUALLY_FRAME" val="{&quot;height&quot;:388.0960946237214,&quot;left&quot;:54.25224721128609,&quot;top&quot;:98.53226527016025,&quot;width&quot;:850.495505577427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FILL_FORE_SCHEMECOLOR_INDEX" val="14"/>
  <p:tag name="KSO_WM_UNIT_FILL_FORE_SCHEMECOLOR_INDEX_BRIGHTNESS" val="0"/>
  <p:tag name="KSO_WM_UNIT_TEXT_FILL_TYPE" val="1"/>
  <p:tag name="KSO_WM_UNIT_PRESET_TEXT" val="Presentations are communication tools that can be used as demonstrations."/>
  <p:tag name="KSO_WM_UNIT_LINE_FORE_SCHEMECOLOR_INDEX" val="5"/>
  <p:tag name="KSO_WM_UNIT_USESOURCEFORMAT_APPLY" val="1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8239_4*l_h_a*1_5_1"/>
  <p:tag name="KSO_WM_TEMPLATE_CATEGORY" val="diagram"/>
  <p:tag name="KSO_WM_TEMPLATE_INDEX" val="2023823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0960946237214,&quot;left&quot;:54.25224721128609,&quot;top&quot;:98.53226527016025,&quot;width&quot;:850.495505577427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Title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260.xml><?xml version="1.0" encoding="utf-8"?>
<p:tagLst xmlns:p="http://schemas.openxmlformats.org/presentationml/2006/main">
  <p:tag name="KSO_WM_SLIDE_ID" val="diagram20238239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8239"/>
  <p:tag name="KSO_WM_SLIDE_TYPE" val="text"/>
  <p:tag name="KSO_WM_SLIDE_SUBTYPE" val="diag"/>
  <p:tag name="KSO_WM_SLIDE_SIZE" val="851.382*362.156"/>
  <p:tag name="KSO_WM_SLIDE_POSITION" val="54.3088*124.69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5142</Words>
  <Application>WPS Presentation</Application>
  <PresentationFormat>On-screen Show (4:3)</PresentationFormat>
  <Paragraphs>246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TDMA Schedule Planner and Optimizer</vt:lpstr>
      <vt:lpstr>Problem Statement &amp; Interference Constraints</vt:lpstr>
      <vt:lpstr>Mathematical Formulation &amp; NP-Hardness</vt:lpstr>
      <vt:lpstr>Scheduling Algorithm: DSATUR Heuristic</vt:lpstr>
      <vt:lpstr>Local Optimization &amp; Spatial Reuse</vt:lpstr>
      <vt:lpstr>Part 1 Experimental Results (16-Node Grid)</vt:lpstr>
      <vt:lpstr>Part 2 Architecture: EMANE XML Schedule Adapter</vt:lpstr>
      <vt:lpstr>Linux Network Namespace Architecture</vt:lpstr>
      <vt:lpstr>EMANE Event Service &amp; Inspection</vt:lpstr>
      <vt:lpstr>Software Quality &amp; Automated Test Suite 113 / 113 Tests Passing (0.29s)</vt:lpstr>
      <vt:lpstr>Implementation vs. Testing Status</vt:lpstr>
      <vt:lpstr>Conclusion &amp; Key Takeaways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Yazhini</cp:lastModifiedBy>
  <cp:revision>2</cp:revision>
  <dcterms:created xsi:type="dcterms:W3CDTF">2013-01-27T09:14:00Z</dcterms:created>
  <dcterms:modified xsi:type="dcterms:W3CDTF">2026-09-28T10:20:21Z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C1CA78B7C68540D095885D212659DD4C_12</vt:lpwstr>
  </property>
</Properties>
</file>